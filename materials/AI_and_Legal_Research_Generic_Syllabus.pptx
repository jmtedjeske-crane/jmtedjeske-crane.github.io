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61" r:id="rId7"/>
    <p:sldId id="262" r:id="rId8"/>
    <p:sldId id="264" r:id="rId9"/>
    <p:sldId id="265" r:id="rId10"/>
    <p:sldId id="267" r:id="rId11"/>
    <p:sldId id="268" r:id="rId12"/>
    <p:sldId id="269" r:id="rId13"/>
    <p:sldId id="270" r:id="rId14"/>
    <p:sldId id="271" r:id="rId15"/>
    <p:sldId id="272" r:id="rId16"/>
    <p:sldId id="273" r:id="rId17"/>
    <p:sldId id="274" r:id="rId18"/>
    <p:sldId id="275" r:id="rId19"/>
  </p:sldIdLst>
  <p:sldSz cx="9144000" cy="6858000" type="screen4x3"/>
  <p:notesSz cx="7010400" cy="9296400"/>
  <p:embeddedFontLst>
    <p:embeddedFont>
      <p:font typeface="Corbel" panose="020B0503020204020204" pitchFamily="34" charset="0"/>
      <p:regular r:id="rId21"/>
      <p:bold r:id="rId22"/>
      <p:italic r:id="rId23"/>
      <p:boldItalic r:id="rId24"/>
    </p:embeddedFont>
    <p:embeddedFont>
      <p:font typeface="Lato" panose="020F0502020204030203" pitchFamily="34" charset="0"/>
      <p:regular r:id="rId25"/>
      <p:bold r:id="rId26"/>
      <p:italic r:id="rId27"/>
      <p:boldItalic r:id="rId28"/>
    </p:embeddedFont>
    <p:embeddedFont>
      <p:font typeface="Open Sans" panose="020B0606030504020204" pitchFamily="34" charset="0"/>
      <p:regular r:id="rId29"/>
      <p:bold r:id="rId30"/>
      <p:italic r:id="rId31"/>
      <p:boldItalic r:id="rId32"/>
    </p:embeddedFont>
    <p:embeddedFont>
      <p:font typeface="Raleway" pitchFamily="2" charset="77"/>
      <p:regular r:id="rId33"/>
      <p:bold r:id="rId34"/>
      <p:italic r:id="rId35"/>
      <p:boldItalic r:id="rId36"/>
    </p:embeddedFont>
    <p:embeddedFont>
      <p:font typeface="Segoe UI" panose="020B0502040204020203"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516">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4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FA4FF05-DD58-4660-B5B2-B12A25B2D5AA}">
  <a:tblStyle styleId="{DFA4FF05-DD58-4660-B5B2-B12A25B2D5AA}" styleName="Table_0">
    <a:wholeTbl>
      <a:tcTxStyle b="off" i="off">
        <a:font>
          <a:latin typeface="Microsoft New Tai Lue"/>
          <a:ea typeface="Microsoft New Tai Lue"/>
          <a:cs typeface="Microsoft New Tai Lue"/>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AE8E6"/>
          </a:solidFill>
        </a:fill>
      </a:tcStyle>
    </a:wholeTbl>
    <a:band1H>
      <a:tcTxStyle b="off" i="off"/>
      <a:tcStyle>
        <a:tcBdr/>
        <a:fill>
          <a:solidFill>
            <a:srgbClr val="F4CECA"/>
          </a:solidFill>
        </a:fill>
      </a:tcStyle>
    </a:band1H>
    <a:band2H>
      <a:tcTxStyle b="off" i="off"/>
      <a:tcStyle>
        <a:tcBdr/>
      </a:tcStyle>
    </a:band2H>
    <a:band1V>
      <a:tcTxStyle b="off" i="off"/>
      <a:tcStyle>
        <a:tcBdr/>
        <a:fill>
          <a:solidFill>
            <a:srgbClr val="F4CECA"/>
          </a:solidFill>
        </a:fill>
      </a:tcStyle>
    </a:band1V>
    <a:band2V>
      <a:tcTxStyle b="off" i="off"/>
      <a:tcStyle>
        <a:tcBdr/>
      </a:tcStyle>
    </a:band2V>
    <a:lastCol>
      <a:tcTxStyle b="on" i="off">
        <a:font>
          <a:latin typeface="Microsoft New Tai Lue"/>
          <a:ea typeface="Microsoft New Tai Lue"/>
          <a:cs typeface="Microsoft New Tai Lue"/>
        </a:font>
        <a:schemeClr val="lt1"/>
      </a:tcTxStyle>
      <a:tcStyle>
        <a:tcBdr/>
        <a:fill>
          <a:solidFill>
            <a:schemeClr val="accent1"/>
          </a:solidFill>
        </a:fill>
      </a:tcStyle>
    </a:lastCol>
    <a:firstCol>
      <a:tcTxStyle b="on" i="off">
        <a:font>
          <a:latin typeface="Microsoft New Tai Lue"/>
          <a:ea typeface="Microsoft New Tai Lue"/>
          <a:cs typeface="Microsoft New Tai Lue"/>
        </a:font>
        <a:schemeClr val="lt1"/>
      </a:tcTxStyle>
      <a:tcStyle>
        <a:tcBdr/>
        <a:fill>
          <a:solidFill>
            <a:schemeClr val="accent1"/>
          </a:solidFill>
        </a:fill>
      </a:tcStyle>
    </a:firstCol>
    <a:lastRow>
      <a:tcTxStyle b="on" i="off">
        <a:font>
          <a:latin typeface="Microsoft New Tai Lue"/>
          <a:ea typeface="Microsoft New Tai Lue"/>
          <a:cs typeface="Microsoft New Tai Lue"/>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Microsoft New Tai Lue"/>
          <a:ea typeface="Microsoft New Tai Lue"/>
          <a:cs typeface="Microsoft New Tai Lue"/>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6"/>
  </p:normalViewPr>
  <p:slideViewPr>
    <p:cSldViewPr snapToGrid="0">
      <p:cViewPr varScale="1">
        <p:scale>
          <a:sx n="108" d="100"/>
          <a:sy n="108" d="100"/>
        </p:scale>
        <p:origin x="1784" y="192"/>
      </p:cViewPr>
      <p:guideLst>
        <p:guide orient="horz" pos="2516"/>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7840" cy="464820"/>
          </a:xfrm>
          <a:prstGeom prst="rect">
            <a:avLst/>
          </a:prstGeom>
          <a:noFill/>
          <a:ln>
            <a:noFill/>
          </a:ln>
        </p:spPr>
        <p:txBody>
          <a:bodyPr spcFirstLastPara="1" wrap="square" lIns="93175" tIns="46575" rIns="93175" bIns="4657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70938" y="0"/>
            <a:ext cx="3037840" cy="464820"/>
          </a:xfrm>
          <a:prstGeom prst="rect">
            <a:avLst/>
          </a:prstGeom>
          <a:noFill/>
          <a:ln>
            <a:noFill/>
          </a:ln>
        </p:spPr>
        <p:txBody>
          <a:bodyPr spcFirstLastPara="1" wrap="square" lIns="93175" tIns="46575" rIns="93175" bIns="4657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lvl1pPr marL="457200" marR="0" lvl="0" indent="-304800" algn="l" rtl="0">
              <a:lnSpc>
                <a:spcPct val="110000"/>
              </a:lnSpc>
              <a:spcBef>
                <a:spcPts val="3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1pPr>
            <a:lvl2pPr marL="914400" marR="0" lvl="1" indent="-298450" algn="l" rtl="0">
              <a:lnSpc>
                <a:spcPct val="100000"/>
              </a:lnSpc>
              <a:spcBef>
                <a:spcPts val="3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5000"/>
              </a:lnSpc>
              <a:spcBef>
                <a:spcPts val="3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5000"/>
              </a:lnSpc>
              <a:spcBef>
                <a:spcPts val="3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5000"/>
              </a:lnSpc>
              <a:spcBef>
                <a:spcPts val="3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829967"/>
            <a:ext cx="3037840" cy="464820"/>
          </a:xfrm>
          <a:prstGeom prst="rect">
            <a:avLst/>
          </a:prstGeom>
          <a:noFill/>
          <a:ln>
            <a:noFill/>
          </a:ln>
        </p:spPr>
        <p:txBody>
          <a:bodyPr spcFirstLastPara="1" wrap="square" lIns="93175" tIns="46575" rIns="93175" bIns="4657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107" name="Google Shape;107;p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115" name="Google Shape;115;p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121" name="Google Shape;121;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127" name="Google Shape;127;p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133" name="Google Shape;133;p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139" name="Google Shape;139;p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701040" y="4415790"/>
            <a:ext cx="5608200" cy="418350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148" name="Google Shape;148;p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9:notes"/>
          <p:cNvSpPr txBox="1">
            <a:spLocks noGrp="1"/>
          </p:cNvSpPr>
          <p:nvPr>
            <p:ph type="body" idx="1"/>
          </p:nvPr>
        </p:nvSpPr>
        <p:spPr>
          <a:xfrm>
            <a:off x="701040" y="4415790"/>
            <a:ext cx="5608200" cy="418350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162" name="Google Shape;162;p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169" name="Google Shape;169;p1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187" name="Google Shape;187;p1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3:notes"/>
          <p:cNvSpPr txBox="1">
            <a:spLocks noGrp="1"/>
          </p:cNvSpPr>
          <p:nvPr>
            <p:ph type="body" idx="1"/>
          </p:nvPr>
        </p:nvSpPr>
        <p:spPr>
          <a:xfrm>
            <a:off x="701040" y="4415790"/>
            <a:ext cx="5608200" cy="418350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194" name="Google Shape;194;p1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4:notes"/>
          <p:cNvSpPr txBox="1">
            <a:spLocks noGrp="1"/>
          </p:cNvSpPr>
          <p:nvPr>
            <p:ph type="body" idx="1"/>
          </p:nvPr>
        </p:nvSpPr>
        <p:spPr>
          <a:xfrm>
            <a:off x="701040" y="4415790"/>
            <a:ext cx="5608200" cy="418350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202" name="Google Shape;202;p1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5:notes"/>
          <p:cNvSpPr txBox="1">
            <a:spLocks noGrp="1"/>
          </p:cNvSpPr>
          <p:nvPr>
            <p:ph type="body" idx="1"/>
          </p:nvPr>
        </p:nvSpPr>
        <p:spPr>
          <a:xfrm>
            <a:off x="701040" y="4415790"/>
            <a:ext cx="5608200" cy="418350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209" name="Google Shape;209;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6: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Autofit/>
          </a:bodyPr>
          <a:lstStyle/>
          <a:p>
            <a:pPr marL="0" lvl="0" indent="0" algn="l" rtl="0">
              <a:spcBef>
                <a:spcPts val="300"/>
              </a:spcBef>
              <a:spcAft>
                <a:spcPts val="0"/>
              </a:spcAft>
              <a:buNone/>
            </a:pPr>
            <a:endParaRPr/>
          </a:p>
        </p:txBody>
      </p:sp>
      <p:sp>
        <p:nvSpPr>
          <p:cNvPr id="216" name="Google Shape;216;p1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223" name="Google Shape;223;p1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8: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Autofit/>
          </a:bodyPr>
          <a:lstStyle/>
          <a:p>
            <a:pPr marL="0" lvl="0" indent="0" algn="l" rtl="0">
              <a:spcBef>
                <a:spcPts val="300"/>
              </a:spcBef>
              <a:spcAft>
                <a:spcPts val="0"/>
              </a:spcAft>
              <a:buNone/>
            </a:pPr>
            <a:endParaRPr/>
          </a:p>
        </p:txBody>
      </p:sp>
      <p:sp>
        <p:nvSpPr>
          <p:cNvPr id="229" name="Google Shape;229;p1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238" name="Google Shape;238;p1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lvl="0" indent="0" algn="l" rtl="0">
              <a:lnSpc>
                <a:spcPct val="110000"/>
              </a:lnSpc>
              <a:spcBef>
                <a:spcPts val="300"/>
              </a:spcBef>
              <a:spcAft>
                <a:spcPts val="0"/>
              </a:spcAft>
              <a:buSzPts val="1200"/>
              <a:buNone/>
            </a:pPr>
            <a:endParaRPr/>
          </a:p>
        </p:txBody>
      </p:sp>
      <p:sp>
        <p:nvSpPr>
          <p:cNvPr id="248" name="Google Shape;248;p2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Cover Page">
  <p:cSld name="Cover Page">
    <p:bg>
      <p:bgPr>
        <a:solidFill>
          <a:srgbClr val="FFFFFF"/>
        </a:solidFill>
        <a:effectLst/>
      </p:bgPr>
    </p:bg>
    <p:spTree>
      <p:nvGrpSpPr>
        <p:cNvPr id="1" name="Shape 16"/>
        <p:cNvGrpSpPr/>
        <p:nvPr/>
      </p:nvGrpSpPr>
      <p:grpSpPr>
        <a:xfrm>
          <a:off x="0" y="0"/>
          <a:ext cx="0" cy="0"/>
          <a:chOff x="0" y="0"/>
          <a:chExt cx="0" cy="0"/>
        </a:xfrm>
      </p:grpSpPr>
      <p:sp>
        <p:nvSpPr>
          <p:cNvPr id="17" name="Google Shape;17;p2"/>
          <p:cNvSpPr txBox="1">
            <a:spLocks noGrp="1"/>
          </p:cNvSpPr>
          <p:nvPr>
            <p:ph type="ctrTitle"/>
          </p:nvPr>
        </p:nvSpPr>
        <p:spPr>
          <a:xfrm>
            <a:off x="457200" y="358924"/>
            <a:ext cx="4866908" cy="274228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600"/>
              <a:buFont typeface="Arial"/>
              <a:buNone/>
              <a:defRPr sz="66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457200" y="3496727"/>
            <a:ext cx="1497013" cy="2512484"/>
          </a:xfrm>
          <a:prstGeom prst="rect">
            <a:avLst/>
          </a:prstGeom>
          <a:noFill/>
          <a:ln>
            <a:noFill/>
          </a:ln>
        </p:spPr>
        <p:txBody>
          <a:bodyPr spcFirstLastPara="1" wrap="square" lIns="0" tIns="0" rIns="0" bIns="0" anchor="b" anchorCtr="0">
            <a:noAutofit/>
          </a:bodyPr>
          <a:lstStyle>
            <a:lvl1pPr marL="457200" lvl="0" indent="-311150" algn="l">
              <a:lnSpc>
                <a:spcPct val="100000"/>
              </a:lnSpc>
              <a:spcBef>
                <a:spcPts val="600"/>
              </a:spcBef>
              <a:spcAft>
                <a:spcPts val="0"/>
              </a:spcAft>
              <a:buClr>
                <a:schemeClr val="dk2"/>
              </a:buClr>
              <a:buSzPts val="1300"/>
              <a:buChar char="​"/>
              <a:defRPr sz="1300">
                <a:solidFill>
                  <a:schemeClr val="dk2"/>
                </a:solidFill>
              </a:defRPr>
            </a:lvl1pPr>
            <a:lvl2pPr marL="914400" lvl="1" indent="-323850" algn="l">
              <a:lnSpc>
                <a:spcPct val="100000"/>
              </a:lnSpc>
              <a:spcBef>
                <a:spcPts val="1200"/>
              </a:spcBef>
              <a:spcAft>
                <a:spcPts val="0"/>
              </a:spcAft>
              <a:buClr>
                <a:schemeClr val="dk2"/>
              </a:buClr>
              <a:buSzPts val="1500"/>
              <a:buChar char="​"/>
              <a:defRPr b="1"/>
            </a:lvl2pPr>
            <a:lvl3pPr marL="1371600" lvl="2" indent="-342900" algn="l">
              <a:lnSpc>
                <a:spcPct val="110000"/>
              </a:lnSpc>
              <a:spcBef>
                <a:spcPts val="600"/>
              </a:spcBef>
              <a:spcAft>
                <a:spcPts val="0"/>
              </a:spcAft>
              <a:buClr>
                <a:schemeClr val="accent4"/>
              </a:buClr>
              <a:buSzPts val="1800"/>
              <a:buChar char="​"/>
              <a:defRPr/>
            </a:lvl3pPr>
            <a:lvl4pPr marL="1828800" lvl="3" indent="-342900" algn="l">
              <a:lnSpc>
                <a:spcPct val="114000"/>
              </a:lnSpc>
              <a:spcBef>
                <a:spcPts val="600"/>
              </a:spcBef>
              <a:spcAft>
                <a:spcPts val="0"/>
              </a:spcAft>
              <a:buClr>
                <a:schemeClr val="dk2"/>
              </a:buClr>
              <a:buSzPts val="1800"/>
              <a:buChar char="​"/>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19" name="Google Shape;19;p2"/>
          <p:cNvSpPr txBox="1">
            <a:spLocks noGrp="1"/>
          </p:cNvSpPr>
          <p:nvPr>
            <p:ph type="body" idx="2"/>
          </p:nvPr>
        </p:nvSpPr>
        <p:spPr>
          <a:xfrm>
            <a:off x="5509344" y="5181598"/>
            <a:ext cx="1497013" cy="1022351"/>
          </a:xfrm>
          <a:prstGeom prst="rect">
            <a:avLst/>
          </a:prstGeom>
          <a:noFill/>
          <a:ln>
            <a:noFill/>
          </a:ln>
        </p:spPr>
        <p:txBody>
          <a:bodyPr spcFirstLastPara="1" wrap="square" lIns="0" tIns="0" rIns="0" bIns="0" anchor="b" anchorCtr="0">
            <a:noAutofit/>
          </a:bodyPr>
          <a:lstStyle>
            <a:lvl1pPr marL="457200" lvl="0" indent="-311150" algn="r">
              <a:lnSpc>
                <a:spcPct val="100000"/>
              </a:lnSpc>
              <a:spcBef>
                <a:spcPts val="600"/>
              </a:spcBef>
              <a:spcAft>
                <a:spcPts val="0"/>
              </a:spcAft>
              <a:buClr>
                <a:schemeClr val="lt1"/>
              </a:buClr>
              <a:buSzPts val="1300"/>
              <a:buChar char="​"/>
              <a:defRPr sz="1300" b="1">
                <a:solidFill>
                  <a:schemeClr val="lt1"/>
                </a:solidFill>
              </a:defRPr>
            </a:lvl1pPr>
            <a:lvl2pPr marL="914400" lvl="1" indent="-323850" algn="l">
              <a:lnSpc>
                <a:spcPct val="100000"/>
              </a:lnSpc>
              <a:spcBef>
                <a:spcPts val="1200"/>
              </a:spcBef>
              <a:spcAft>
                <a:spcPts val="0"/>
              </a:spcAft>
              <a:buClr>
                <a:schemeClr val="dk2"/>
              </a:buClr>
              <a:buSzPts val="1500"/>
              <a:buChar char="​"/>
              <a:defRPr b="1"/>
            </a:lvl2pPr>
            <a:lvl3pPr marL="1371600" lvl="2" indent="-342900" algn="l">
              <a:lnSpc>
                <a:spcPct val="110000"/>
              </a:lnSpc>
              <a:spcBef>
                <a:spcPts val="600"/>
              </a:spcBef>
              <a:spcAft>
                <a:spcPts val="0"/>
              </a:spcAft>
              <a:buClr>
                <a:schemeClr val="accent4"/>
              </a:buClr>
              <a:buSzPts val="1800"/>
              <a:buChar char="​"/>
              <a:defRPr/>
            </a:lvl3pPr>
            <a:lvl4pPr marL="1828800" lvl="3" indent="-342900" algn="l">
              <a:lnSpc>
                <a:spcPct val="114000"/>
              </a:lnSpc>
              <a:spcBef>
                <a:spcPts val="600"/>
              </a:spcBef>
              <a:spcAft>
                <a:spcPts val="0"/>
              </a:spcAft>
              <a:buClr>
                <a:schemeClr val="dk2"/>
              </a:buClr>
              <a:buSzPts val="1800"/>
              <a:buChar char="​"/>
              <a:defRPr/>
            </a:lvl4pPr>
            <a:lvl5pPr marL="2286000" lvl="4" indent="-342900" algn="l">
              <a:lnSpc>
                <a:spcPct val="95000"/>
              </a:lnSpc>
              <a:spcBef>
                <a:spcPts val="600"/>
              </a:spcBef>
              <a:spcAft>
                <a:spcPts val="0"/>
              </a:spcAft>
              <a:buClr>
                <a:schemeClr val="dk2"/>
              </a:buClr>
              <a:buSzPts val="1800"/>
              <a:buChar char="•"/>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20" name="Google Shape;20;p2"/>
          <p:cNvSpPr txBox="1">
            <a:spLocks noGrp="1"/>
          </p:cNvSpPr>
          <p:nvPr>
            <p:ph type="body" idx="3"/>
          </p:nvPr>
        </p:nvSpPr>
        <p:spPr>
          <a:xfrm>
            <a:off x="7189787" y="5181598"/>
            <a:ext cx="1497013" cy="1022351"/>
          </a:xfrm>
          <a:prstGeom prst="rect">
            <a:avLst/>
          </a:prstGeom>
          <a:noFill/>
          <a:ln>
            <a:noFill/>
          </a:ln>
        </p:spPr>
        <p:txBody>
          <a:bodyPr spcFirstLastPara="1" wrap="square" lIns="0" tIns="0" rIns="0" bIns="0" anchor="b" anchorCtr="0">
            <a:noAutofit/>
          </a:bodyPr>
          <a:lstStyle>
            <a:lvl1pPr marL="457200" lvl="0" indent="-311150" algn="r">
              <a:lnSpc>
                <a:spcPct val="100000"/>
              </a:lnSpc>
              <a:spcBef>
                <a:spcPts val="600"/>
              </a:spcBef>
              <a:spcAft>
                <a:spcPts val="0"/>
              </a:spcAft>
              <a:buClr>
                <a:schemeClr val="lt1"/>
              </a:buClr>
              <a:buSzPts val="1300"/>
              <a:buChar char="​"/>
              <a:defRPr sz="1300" b="1">
                <a:solidFill>
                  <a:schemeClr val="lt1"/>
                </a:solidFill>
              </a:defRPr>
            </a:lvl1pPr>
            <a:lvl2pPr marL="914400" lvl="1" indent="-323850" algn="l">
              <a:lnSpc>
                <a:spcPct val="100000"/>
              </a:lnSpc>
              <a:spcBef>
                <a:spcPts val="1200"/>
              </a:spcBef>
              <a:spcAft>
                <a:spcPts val="0"/>
              </a:spcAft>
              <a:buClr>
                <a:schemeClr val="dk2"/>
              </a:buClr>
              <a:buSzPts val="1500"/>
              <a:buChar char="​"/>
              <a:defRPr b="1"/>
            </a:lvl2pPr>
            <a:lvl3pPr marL="1371600" lvl="2" indent="-342900" algn="l">
              <a:lnSpc>
                <a:spcPct val="110000"/>
              </a:lnSpc>
              <a:spcBef>
                <a:spcPts val="600"/>
              </a:spcBef>
              <a:spcAft>
                <a:spcPts val="0"/>
              </a:spcAft>
              <a:buClr>
                <a:schemeClr val="accent4"/>
              </a:buClr>
              <a:buSzPts val="1800"/>
              <a:buChar char="​"/>
              <a:defRPr/>
            </a:lvl3pPr>
            <a:lvl4pPr marL="1828800" lvl="3" indent="-342900" algn="l">
              <a:lnSpc>
                <a:spcPct val="114000"/>
              </a:lnSpc>
              <a:spcBef>
                <a:spcPts val="600"/>
              </a:spcBef>
              <a:spcAft>
                <a:spcPts val="0"/>
              </a:spcAft>
              <a:buClr>
                <a:schemeClr val="dk2"/>
              </a:buClr>
              <a:buSzPts val="1800"/>
              <a:buChar char="​"/>
              <a:defRPr/>
            </a:lvl4pPr>
            <a:lvl5pPr marL="2286000" lvl="4" indent="-342900" algn="l">
              <a:lnSpc>
                <a:spcPct val="95000"/>
              </a:lnSpc>
              <a:spcBef>
                <a:spcPts val="600"/>
              </a:spcBef>
              <a:spcAft>
                <a:spcPts val="0"/>
              </a:spcAft>
              <a:buClr>
                <a:schemeClr val="dk2"/>
              </a:buClr>
              <a:buSzPts val="1800"/>
              <a:buChar char="•"/>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Chapter Header">
  <p:cSld name="Chapter Header">
    <p:bg>
      <p:bgPr>
        <a:solidFill>
          <a:srgbClr val="FFFFFF"/>
        </a:solidFill>
        <a:effectLst/>
      </p:bgPr>
    </p:bg>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3848100"/>
            <a:ext cx="4229100" cy="2543773"/>
          </a:xfrm>
          <a:prstGeom prst="rect">
            <a:avLst/>
          </a:prstGeom>
          <a:noFill/>
          <a:ln>
            <a:noFill/>
          </a:ln>
        </p:spPr>
        <p:txBody>
          <a:bodyPr spcFirstLastPara="1" wrap="square" lIns="0" tIns="0" rIns="0" bIns="0" anchor="t" anchorCtr="0">
            <a:spAutoFit/>
          </a:bodyPr>
          <a:lstStyle>
            <a:lvl1pPr lvl="0" algn="l">
              <a:lnSpc>
                <a:spcPct val="95000"/>
              </a:lnSpc>
              <a:spcBef>
                <a:spcPts val="0"/>
              </a:spcBef>
              <a:spcAft>
                <a:spcPts val="0"/>
              </a:spcAft>
              <a:buClr>
                <a:schemeClr val="lt1"/>
              </a:buClr>
              <a:buSzPts val="5800"/>
              <a:buFont typeface="Arial"/>
              <a:buNone/>
              <a:defRPr sz="5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457200" y="685800"/>
            <a:ext cx="3182052" cy="1228028"/>
          </a:xfrm>
          <a:prstGeom prst="rect">
            <a:avLst/>
          </a:prstGeom>
          <a:noFill/>
          <a:ln>
            <a:noFill/>
          </a:ln>
        </p:spPr>
        <p:txBody>
          <a:bodyPr spcFirstLastPara="1" wrap="square" lIns="0" tIns="0" rIns="0" bIns="0" anchor="t" anchorCtr="0">
            <a:noAutofit/>
          </a:bodyPr>
          <a:lstStyle>
            <a:lvl1pPr lvl="0" algn="l">
              <a:lnSpc>
                <a:spcPct val="95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457200" y="6407150"/>
            <a:ext cx="7582849" cy="45085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600"/>
              </a:spcBef>
              <a:spcAft>
                <a:spcPts val="0"/>
              </a:spcAft>
              <a:buClr>
                <a:schemeClr val="lt2"/>
              </a:buClr>
              <a:buSzPts val="800"/>
              <a:buFont typeface="Arial"/>
              <a:buNone/>
              <a:defRPr sz="800" i="0">
                <a:solidFill>
                  <a:schemeClr val="lt2"/>
                </a:solidFill>
                <a:latin typeface="Arial"/>
                <a:ea typeface="Arial"/>
                <a:cs typeface="Arial"/>
                <a:sym typeface="Arial"/>
              </a:defRPr>
            </a:lvl1pPr>
            <a:lvl2pPr marL="914400" lvl="1" indent="-228600" algn="l">
              <a:lnSpc>
                <a:spcPct val="85000"/>
              </a:lnSpc>
              <a:spcBef>
                <a:spcPts val="1200"/>
              </a:spcBef>
              <a:spcAft>
                <a:spcPts val="0"/>
              </a:spcAft>
              <a:buClr>
                <a:schemeClr val="lt2"/>
              </a:buClr>
              <a:buSzPts val="800"/>
              <a:buFont typeface="Arial"/>
              <a:buNone/>
              <a:defRPr sz="800">
                <a:solidFill>
                  <a:schemeClr val="lt2"/>
                </a:solidFill>
                <a:latin typeface="Arial"/>
                <a:ea typeface="Arial"/>
                <a:cs typeface="Arial"/>
                <a:sym typeface="Arial"/>
              </a:defRPr>
            </a:lvl2pPr>
            <a:lvl3pPr marL="1371600" lvl="2"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3pPr>
            <a:lvl4pPr marL="1828800" lvl="3"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4pPr>
            <a:lvl5pPr marL="2286000" lvl="4"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p:cSld name="2">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457200" y="685800"/>
            <a:ext cx="3182052" cy="1228028"/>
          </a:xfrm>
          <a:prstGeom prst="rect">
            <a:avLst/>
          </a:prstGeom>
          <a:noFill/>
          <a:ln>
            <a:noFill/>
          </a:ln>
        </p:spPr>
        <p:txBody>
          <a:bodyPr spcFirstLastPara="1" wrap="square" lIns="0" tIns="0" rIns="0" bIns="0" anchor="t" anchorCtr="0">
            <a:noAutofit/>
          </a:bodyPr>
          <a:lstStyle>
            <a:lvl1pPr lvl="0" algn="l">
              <a:lnSpc>
                <a:spcPct val="95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body" idx="1"/>
          </p:nvPr>
        </p:nvSpPr>
        <p:spPr>
          <a:xfrm>
            <a:off x="3827585" y="685800"/>
            <a:ext cx="2321755" cy="5492750"/>
          </a:xfrm>
          <a:prstGeom prst="rect">
            <a:avLst/>
          </a:prstGeom>
          <a:noFill/>
          <a:ln>
            <a:noFill/>
          </a:ln>
        </p:spPr>
        <p:txBody>
          <a:bodyPr spcFirstLastPara="1" wrap="square" lIns="0" tIns="0" rIns="0" bIns="0" anchor="t" anchorCtr="0">
            <a:noAutofit/>
          </a:bodyPr>
          <a:lstStyle>
            <a:lvl1pPr marL="457200" lvl="0" indent="-342900" algn="l">
              <a:lnSpc>
                <a:spcPct val="120000"/>
              </a:lnSpc>
              <a:spcBef>
                <a:spcPts val="600"/>
              </a:spcBef>
              <a:spcAft>
                <a:spcPts val="0"/>
              </a:spcAft>
              <a:buClr>
                <a:schemeClr val="accent1"/>
              </a:buClr>
              <a:buSzPts val="1800"/>
              <a:buChar char="​"/>
              <a:defRPr/>
            </a:lvl1pPr>
            <a:lvl2pPr marL="914400" lvl="1" indent="-342900" algn="l">
              <a:lnSpc>
                <a:spcPct val="100000"/>
              </a:lnSpc>
              <a:spcBef>
                <a:spcPts val="1200"/>
              </a:spcBef>
              <a:spcAft>
                <a:spcPts val="0"/>
              </a:spcAft>
              <a:buClr>
                <a:schemeClr val="dk2"/>
              </a:buClr>
              <a:buSzPts val="1800"/>
              <a:buChar char="​"/>
              <a:defRPr/>
            </a:lvl2pPr>
            <a:lvl3pPr marL="1371600" lvl="2" indent="-342900" algn="l">
              <a:lnSpc>
                <a:spcPct val="110000"/>
              </a:lnSpc>
              <a:spcBef>
                <a:spcPts val="600"/>
              </a:spcBef>
              <a:spcAft>
                <a:spcPts val="0"/>
              </a:spcAft>
              <a:buClr>
                <a:schemeClr val="accent4"/>
              </a:buClr>
              <a:buSzPts val="1800"/>
              <a:buChar char="​"/>
              <a:defRPr/>
            </a:lvl3pPr>
            <a:lvl4pPr marL="1828800" lvl="3" indent="-342900" algn="l">
              <a:lnSpc>
                <a:spcPct val="114000"/>
              </a:lnSpc>
              <a:spcBef>
                <a:spcPts val="600"/>
              </a:spcBef>
              <a:spcAft>
                <a:spcPts val="0"/>
              </a:spcAft>
              <a:buClr>
                <a:schemeClr val="dk2"/>
              </a:buClr>
              <a:buSzPts val="1800"/>
              <a:buChar char="​"/>
              <a:defRPr/>
            </a:lvl4pPr>
            <a:lvl5pPr marL="2286000" lvl="4" indent="-342900" algn="l">
              <a:lnSpc>
                <a:spcPct val="95000"/>
              </a:lnSpc>
              <a:spcBef>
                <a:spcPts val="600"/>
              </a:spcBef>
              <a:spcAft>
                <a:spcPts val="0"/>
              </a:spcAft>
              <a:buClr>
                <a:schemeClr val="dk2"/>
              </a:buClr>
              <a:buSzPts val="1800"/>
              <a:buChar char="•"/>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29" name="Google Shape;29;p5"/>
          <p:cNvSpPr txBox="1">
            <a:spLocks noGrp="1"/>
          </p:cNvSpPr>
          <p:nvPr>
            <p:ph type="body" idx="2"/>
          </p:nvPr>
        </p:nvSpPr>
        <p:spPr>
          <a:xfrm>
            <a:off x="6353908" y="685800"/>
            <a:ext cx="2332892" cy="5492750"/>
          </a:xfrm>
          <a:prstGeom prst="rect">
            <a:avLst/>
          </a:prstGeom>
          <a:noFill/>
          <a:ln>
            <a:noFill/>
          </a:ln>
        </p:spPr>
        <p:txBody>
          <a:bodyPr spcFirstLastPara="1" wrap="square" lIns="0" tIns="0" rIns="0" bIns="0" anchor="t" anchorCtr="0">
            <a:noAutofit/>
          </a:bodyPr>
          <a:lstStyle>
            <a:lvl1pPr marL="457200" lvl="0" indent="-342900" algn="l">
              <a:lnSpc>
                <a:spcPct val="120000"/>
              </a:lnSpc>
              <a:spcBef>
                <a:spcPts val="600"/>
              </a:spcBef>
              <a:spcAft>
                <a:spcPts val="0"/>
              </a:spcAft>
              <a:buClr>
                <a:schemeClr val="accent1"/>
              </a:buClr>
              <a:buSzPts val="1800"/>
              <a:buChar char="​"/>
              <a:defRPr/>
            </a:lvl1pPr>
            <a:lvl2pPr marL="914400" lvl="1" indent="-342900" algn="l">
              <a:lnSpc>
                <a:spcPct val="100000"/>
              </a:lnSpc>
              <a:spcBef>
                <a:spcPts val="1200"/>
              </a:spcBef>
              <a:spcAft>
                <a:spcPts val="0"/>
              </a:spcAft>
              <a:buClr>
                <a:schemeClr val="dk2"/>
              </a:buClr>
              <a:buSzPts val="1800"/>
              <a:buChar char="​"/>
              <a:defRPr/>
            </a:lvl2pPr>
            <a:lvl3pPr marL="1371600" lvl="2" indent="-342900" algn="l">
              <a:lnSpc>
                <a:spcPct val="110000"/>
              </a:lnSpc>
              <a:spcBef>
                <a:spcPts val="600"/>
              </a:spcBef>
              <a:spcAft>
                <a:spcPts val="0"/>
              </a:spcAft>
              <a:buClr>
                <a:schemeClr val="accent4"/>
              </a:buClr>
              <a:buSzPts val="1800"/>
              <a:buChar char="​"/>
              <a:defRPr/>
            </a:lvl3pPr>
            <a:lvl4pPr marL="1828800" lvl="3" indent="-342900" algn="l">
              <a:lnSpc>
                <a:spcPct val="114000"/>
              </a:lnSpc>
              <a:spcBef>
                <a:spcPts val="600"/>
              </a:spcBef>
              <a:spcAft>
                <a:spcPts val="0"/>
              </a:spcAft>
              <a:buClr>
                <a:schemeClr val="dk2"/>
              </a:buClr>
              <a:buSzPts val="1800"/>
              <a:buChar char="​"/>
              <a:defRPr/>
            </a:lvl4pPr>
            <a:lvl5pPr marL="2286000" lvl="4" indent="-342900" algn="l">
              <a:lnSpc>
                <a:spcPct val="95000"/>
              </a:lnSpc>
              <a:spcBef>
                <a:spcPts val="600"/>
              </a:spcBef>
              <a:spcAft>
                <a:spcPts val="0"/>
              </a:spcAft>
              <a:buClr>
                <a:schemeClr val="dk2"/>
              </a:buClr>
              <a:buSzPts val="1800"/>
              <a:buChar char="•"/>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30" name="Google Shape;30;p5"/>
          <p:cNvSpPr txBox="1">
            <a:spLocks noGrp="1"/>
          </p:cNvSpPr>
          <p:nvPr>
            <p:ph type="body" idx="3"/>
          </p:nvPr>
        </p:nvSpPr>
        <p:spPr>
          <a:xfrm>
            <a:off x="1301262" y="6407150"/>
            <a:ext cx="6738787" cy="45085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600"/>
              </a:spcBef>
              <a:spcAft>
                <a:spcPts val="0"/>
              </a:spcAft>
              <a:buClr>
                <a:schemeClr val="lt2"/>
              </a:buClr>
              <a:buSzPts val="800"/>
              <a:buFont typeface="Arial"/>
              <a:buNone/>
              <a:defRPr sz="800" i="0">
                <a:solidFill>
                  <a:schemeClr val="lt2"/>
                </a:solidFill>
                <a:latin typeface="Arial"/>
                <a:ea typeface="Arial"/>
                <a:cs typeface="Arial"/>
                <a:sym typeface="Arial"/>
              </a:defRPr>
            </a:lvl1pPr>
            <a:lvl2pPr marL="914400" lvl="1" indent="-228600" algn="l">
              <a:lnSpc>
                <a:spcPct val="85000"/>
              </a:lnSpc>
              <a:spcBef>
                <a:spcPts val="1200"/>
              </a:spcBef>
              <a:spcAft>
                <a:spcPts val="0"/>
              </a:spcAft>
              <a:buClr>
                <a:schemeClr val="lt2"/>
              </a:buClr>
              <a:buSzPts val="800"/>
              <a:buFont typeface="Arial"/>
              <a:buNone/>
              <a:defRPr sz="800">
                <a:solidFill>
                  <a:schemeClr val="lt2"/>
                </a:solidFill>
                <a:latin typeface="Arial"/>
                <a:ea typeface="Arial"/>
                <a:cs typeface="Arial"/>
                <a:sym typeface="Arial"/>
              </a:defRPr>
            </a:lvl2pPr>
            <a:lvl3pPr marL="1371600" lvl="2"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3pPr>
            <a:lvl4pPr marL="1828800" lvl="3"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4pPr>
            <a:lvl5pPr marL="2286000" lvl="4"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457200" y="685800"/>
            <a:ext cx="3182052" cy="1228028"/>
          </a:xfrm>
          <a:prstGeom prst="rect">
            <a:avLst/>
          </a:prstGeom>
          <a:noFill/>
          <a:ln>
            <a:noFill/>
          </a:ln>
        </p:spPr>
        <p:txBody>
          <a:bodyPr spcFirstLastPara="1" wrap="square" lIns="0" tIns="0" rIns="0" bIns="0" anchor="t" anchorCtr="0">
            <a:noAutofit/>
          </a:bodyPr>
          <a:lstStyle>
            <a:lvl1pPr lvl="0" algn="l">
              <a:lnSpc>
                <a:spcPct val="95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6"/>
          <p:cNvSpPr txBox="1">
            <a:spLocks noGrp="1"/>
          </p:cNvSpPr>
          <p:nvPr>
            <p:ph type="body" idx="1"/>
          </p:nvPr>
        </p:nvSpPr>
        <p:spPr>
          <a:xfrm>
            <a:off x="457200" y="2319870"/>
            <a:ext cx="1497013" cy="108373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5"/>
              </a:buClr>
              <a:buSzPts val="6600"/>
              <a:buNone/>
              <a:defRPr sz="6600" b="1" i="0">
                <a:solidFill>
                  <a:schemeClr val="accent5"/>
                </a:solidFill>
                <a:latin typeface="Arial"/>
                <a:ea typeface="Arial"/>
                <a:cs typeface="Arial"/>
                <a:sym typeface="Aria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34" name="Google Shape;34;p6"/>
          <p:cNvSpPr txBox="1">
            <a:spLocks noGrp="1"/>
          </p:cNvSpPr>
          <p:nvPr>
            <p:ph type="body" idx="2"/>
          </p:nvPr>
        </p:nvSpPr>
        <p:spPr>
          <a:xfrm>
            <a:off x="3829050" y="685800"/>
            <a:ext cx="4857750" cy="1228028"/>
          </a:xfrm>
          <a:prstGeom prst="rect">
            <a:avLst/>
          </a:prstGeom>
          <a:noFill/>
          <a:ln>
            <a:noFill/>
          </a:ln>
        </p:spPr>
        <p:txBody>
          <a:bodyPr spcFirstLastPara="1" wrap="square" lIns="0" tIns="0" rIns="0" bIns="0" anchor="t" anchorCtr="0">
            <a:noAutofit/>
          </a:bodyPr>
          <a:lstStyle>
            <a:lvl1pPr marL="457200" lvl="0" indent="-342900" algn="l">
              <a:lnSpc>
                <a:spcPct val="120000"/>
              </a:lnSpc>
              <a:spcBef>
                <a:spcPts val="600"/>
              </a:spcBef>
              <a:spcAft>
                <a:spcPts val="0"/>
              </a:spcAft>
              <a:buClr>
                <a:schemeClr val="accent1"/>
              </a:buClr>
              <a:buSzPts val="1800"/>
              <a:buChar char="​"/>
              <a:defRPr/>
            </a:lvl1pPr>
            <a:lvl2pPr marL="914400" lvl="1" indent="-342900" algn="l">
              <a:lnSpc>
                <a:spcPct val="100000"/>
              </a:lnSpc>
              <a:spcBef>
                <a:spcPts val="1200"/>
              </a:spcBef>
              <a:spcAft>
                <a:spcPts val="0"/>
              </a:spcAft>
              <a:buClr>
                <a:schemeClr val="dk2"/>
              </a:buClr>
              <a:buSzPts val="1800"/>
              <a:buChar char="​"/>
              <a:defRPr/>
            </a:lvl2pPr>
            <a:lvl3pPr marL="1371600" lvl="2" indent="-342900" algn="l">
              <a:lnSpc>
                <a:spcPct val="110000"/>
              </a:lnSpc>
              <a:spcBef>
                <a:spcPts val="600"/>
              </a:spcBef>
              <a:spcAft>
                <a:spcPts val="0"/>
              </a:spcAft>
              <a:buClr>
                <a:schemeClr val="accent4"/>
              </a:buClr>
              <a:buSzPts val="1800"/>
              <a:buChar char="​"/>
              <a:defRPr/>
            </a:lvl3pPr>
            <a:lvl4pPr marL="1828800" lvl="3" indent="-342900" algn="l">
              <a:lnSpc>
                <a:spcPct val="114000"/>
              </a:lnSpc>
              <a:spcBef>
                <a:spcPts val="600"/>
              </a:spcBef>
              <a:spcAft>
                <a:spcPts val="0"/>
              </a:spcAft>
              <a:buClr>
                <a:schemeClr val="dk2"/>
              </a:buClr>
              <a:buSzPts val="1800"/>
              <a:buChar char="​"/>
              <a:defRPr/>
            </a:lvl4pPr>
            <a:lvl5pPr marL="2286000" lvl="4" indent="-342900" algn="l">
              <a:lnSpc>
                <a:spcPct val="95000"/>
              </a:lnSpc>
              <a:spcBef>
                <a:spcPts val="600"/>
              </a:spcBef>
              <a:spcAft>
                <a:spcPts val="0"/>
              </a:spcAft>
              <a:buClr>
                <a:schemeClr val="dk2"/>
              </a:buClr>
              <a:buSzPts val="1800"/>
              <a:buChar char="•"/>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35" name="Google Shape;35;p6"/>
          <p:cNvSpPr txBox="1">
            <a:spLocks noGrp="1"/>
          </p:cNvSpPr>
          <p:nvPr>
            <p:ph type="body" idx="3"/>
          </p:nvPr>
        </p:nvSpPr>
        <p:spPr>
          <a:xfrm>
            <a:off x="2140347" y="2319870"/>
            <a:ext cx="1497013" cy="108373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5"/>
              </a:buClr>
              <a:buSzPts val="6600"/>
              <a:buNone/>
              <a:defRPr sz="6600" b="1" i="0">
                <a:solidFill>
                  <a:schemeClr val="accent5"/>
                </a:solidFill>
                <a:latin typeface="Arial"/>
                <a:ea typeface="Arial"/>
                <a:cs typeface="Arial"/>
                <a:sym typeface="Aria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36" name="Google Shape;36;p6"/>
          <p:cNvSpPr txBox="1">
            <a:spLocks noGrp="1"/>
          </p:cNvSpPr>
          <p:nvPr>
            <p:ph type="body" idx="4"/>
          </p:nvPr>
        </p:nvSpPr>
        <p:spPr>
          <a:xfrm>
            <a:off x="3823494" y="2319870"/>
            <a:ext cx="1497013" cy="108373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5"/>
              </a:buClr>
              <a:buSzPts val="6600"/>
              <a:buNone/>
              <a:defRPr sz="6600" b="1" i="0">
                <a:solidFill>
                  <a:schemeClr val="accent5"/>
                </a:solidFill>
                <a:latin typeface="Arial"/>
                <a:ea typeface="Arial"/>
                <a:cs typeface="Arial"/>
                <a:sym typeface="Aria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37" name="Google Shape;37;p6"/>
          <p:cNvSpPr txBox="1">
            <a:spLocks noGrp="1"/>
          </p:cNvSpPr>
          <p:nvPr>
            <p:ph type="body" idx="5"/>
          </p:nvPr>
        </p:nvSpPr>
        <p:spPr>
          <a:xfrm>
            <a:off x="5506641" y="2319870"/>
            <a:ext cx="1497013" cy="108373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5"/>
              </a:buClr>
              <a:buSzPts val="6600"/>
              <a:buNone/>
              <a:defRPr sz="6600" b="1" i="0">
                <a:solidFill>
                  <a:schemeClr val="accent5"/>
                </a:solidFill>
                <a:latin typeface="Arial"/>
                <a:ea typeface="Arial"/>
                <a:cs typeface="Arial"/>
                <a:sym typeface="Aria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38" name="Google Shape;38;p6"/>
          <p:cNvSpPr txBox="1">
            <a:spLocks noGrp="1"/>
          </p:cNvSpPr>
          <p:nvPr>
            <p:ph type="body" idx="6"/>
          </p:nvPr>
        </p:nvSpPr>
        <p:spPr>
          <a:xfrm>
            <a:off x="7189787" y="2319870"/>
            <a:ext cx="1497013" cy="108373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5"/>
              </a:buClr>
              <a:buSzPts val="6600"/>
              <a:buNone/>
              <a:defRPr sz="6600" b="1" i="0">
                <a:solidFill>
                  <a:schemeClr val="accent5"/>
                </a:solidFill>
                <a:latin typeface="Arial"/>
                <a:ea typeface="Arial"/>
                <a:cs typeface="Arial"/>
                <a:sym typeface="Aria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39" name="Google Shape;39;p6"/>
          <p:cNvSpPr txBox="1">
            <a:spLocks noGrp="1"/>
          </p:cNvSpPr>
          <p:nvPr>
            <p:ph type="body" idx="7"/>
          </p:nvPr>
        </p:nvSpPr>
        <p:spPr>
          <a:xfrm>
            <a:off x="457200" y="2228136"/>
            <a:ext cx="1497013" cy="295466"/>
          </a:xfrm>
          <a:prstGeom prst="rect">
            <a:avLst/>
          </a:prstGeom>
          <a:noFill/>
          <a:ln>
            <a:noFill/>
          </a:ln>
        </p:spPr>
        <p:txBody>
          <a:bodyPr spcFirstLastPara="1" wrap="square" lIns="0" tIns="0" rIns="0" bIns="0" anchor="b" anchorCtr="0">
            <a:noAutofit/>
          </a:bodyPr>
          <a:lstStyle>
            <a:lvl1pPr marL="457200" lvl="0" indent="-228600" algn="l">
              <a:lnSpc>
                <a:spcPct val="120000"/>
              </a:lnSpc>
              <a:spcBef>
                <a:spcPts val="600"/>
              </a:spcBef>
              <a:spcAft>
                <a:spcPts val="0"/>
              </a:spcAft>
              <a:buClr>
                <a:schemeClr val="lt2"/>
              </a:buClr>
              <a:buSzPts val="1600"/>
              <a:buNone/>
              <a:defRPr sz="1600" b="0" i="1">
                <a:solidFill>
                  <a:schemeClr val="lt2"/>
                </a:solidFill>
                <a:latin typeface="Corbel"/>
                <a:ea typeface="Corbel"/>
                <a:cs typeface="Corbel"/>
                <a:sym typeface="Corbe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40" name="Google Shape;40;p6"/>
          <p:cNvSpPr txBox="1">
            <a:spLocks noGrp="1"/>
          </p:cNvSpPr>
          <p:nvPr>
            <p:ph type="body" idx="8"/>
          </p:nvPr>
        </p:nvSpPr>
        <p:spPr>
          <a:xfrm>
            <a:off x="2140347" y="2228136"/>
            <a:ext cx="1497013" cy="295466"/>
          </a:xfrm>
          <a:prstGeom prst="rect">
            <a:avLst/>
          </a:prstGeom>
          <a:noFill/>
          <a:ln>
            <a:noFill/>
          </a:ln>
        </p:spPr>
        <p:txBody>
          <a:bodyPr spcFirstLastPara="1" wrap="square" lIns="0" tIns="0" rIns="0" bIns="0" anchor="b" anchorCtr="0">
            <a:noAutofit/>
          </a:bodyPr>
          <a:lstStyle>
            <a:lvl1pPr marL="457200" lvl="0" indent="-228600" algn="l">
              <a:lnSpc>
                <a:spcPct val="120000"/>
              </a:lnSpc>
              <a:spcBef>
                <a:spcPts val="600"/>
              </a:spcBef>
              <a:spcAft>
                <a:spcPts val="0"/>
              </a:spcAft>
              <a:buClr>
                <a:schemeClr val="lt2"/>
              </a:buClr>
              <a:buSzPts val="1600"/>
              <a:buNone/>
              <a:defRPr sz="1600" b="0" i="1">
                <a:solidFill>
                  <a:schemeClr val="lt2"/>
                </a:solidFill>
                <a:latin typeface="Corbel"/>
                <a:ea typeface="Corbel"/>
                <a:cs typeface="Corbel"/>
                <a:sym typeface="Corbe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41" name="Google Shape;41;p6"/>
          <p:cNvSpPr txBox="1">
            <a:spLocks noGrp="1"/>
          </p:cNvSpPr>
          <p:nvPr>
            <p:ph type="body" idx="9"/>
          </p:nvPr>
        </p:nvSpPr>
        <p:spPr>
          <a:xfrm>
            <a:off x="3823494" y="2228136"/>
            <a:ext cx="1497013" cy="295466"/>
          </a:xfrm>
          <a:prstGeom prst="rect">
            <a:avLst/>
          </a:prstGeom>
          <a:noFill/>
          <a:ln>
            <a:noFill/>
          </a:ln>
        </p:spPr>
        <p:txBody>
          <a:bodyPr spcFirstLastPara="1" wrap="square" lIns="0" tIns="0" rIns="0" bIns="0" anchor="b" anchorCtr="0">
            <a:noAutofit/>
          </a:bodyPr>
          <a:lstStyle>
            <a:lvl1pPr marL="457200" lvl="0" indent="-228600" algn="l">
              <a:lnSpc>
                <a:spcPct val="120000"/>
              </a:lnSpc>
              <a:spcBef>
                <a:spcPts val="600"/>
              </a:spcBef>
              <a:spcAft>
                <a:spcPts val="0"/>
              </a:spcAft>
              <a:buClr>
                <a:schemeClr val="lt2"/>
              </a:buClr>
              <a:buSzPts val="1600"/>
              <a:buNone/>
              <a:defRPr sz="1600" b="0" i="1">
                <a:solidFill>
                  <a:schemeClr val="lt2"/>
                </a:solidFill>
                <a:latin typeface="Corbel"/>
                <a:ea typeface="Corbel"/>
                <a:cs typeface="Corbel"/>
                <a:sym typeface="Corbe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42" name="Google Shape;42;p6"/>
          <p:cNvSpPr txBox="1">
            <a:spLocks noGrp="1"/>
          </p:cNvSpPr>
          <p:nvPr>
            <p:ph type="body" idx="13"/>
          </p:nvPr>
        </p:nvSpPr>
        <p:spPr>
          <a:xfrm>
            <a:off x="5506641" y="2228136"/>
            <a:ext cx="1497013" cy="295466"/>
          </a:xfrm>
          <a:prstGeom prst="rect">
            <a:avLst/>
          </a:prstGeom>
          <a:noFill/>
          <a:ln>
            <a:noFill/>
          </a:ln>
        </p:spPr>
        <p:txBody>
          <a:bodyPr spcFirstLastPara="1" wrap="square" lIns="0" tIns="0" rIns="0" bIns="0" anchor="b" anchorCtr="0">
            <a:noAutofit/>
          </a:bodyPr>
          <a:lstStyle>
            <a:lvl1pPr marL="457200" lvl="0" indent="-228600" algn="l">
              <a:lnSpc>
                <a:spcPct val="120000"/>
              </a:lnSpc>
              <a:spcBef>
                <a:spcPts val="600"/>
              </a:spcBef>
              <a:spcAft>
                <a:spcPts val="0"/>
              </a:spcAft>
              <a:buClr>
                <a:schemeClr val="lt2"/>
              </a:buClr>
              <a:buSzPts val="1600"/>
              <a:buNone/>
              <a:defRPr sz="1600" b="0" i="1">
                <a:solidFill>
                  <a:schemeClr val="lt2"/>
                </a:solidFill>
                <a:latin typeface="Corbel"/>
                <a:ea typeface="Corbel"/>
                <a:cs typeface="Corbel"/>
                <a:sym typeface="Corbe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43" name="Google Shape;43;p6"/>
          <p:cNvSpPr txBox="1">
            <a:spLocks noGrp="1"/>
          </p:cNvSpPr>
          <p:nvPr>
            <p:ph type="body" idx="14"/>
          </p:nvPr>
        </p:nvSpPr>
        <p:spPr>
          <a:xfrm>
            <a:off x="7189787" y="2228136"/>
            <a:ext cx="1497013" cy="295466"/>
          </a:xfrm>
          <a:prstGeom prst="rect">
            <a:avLst/>
          </a:prstGeom>
          <a:noFill/>
          <a:ln>
            <a:noFill/>
          </a:ln>
        </p:spPr>
        <p:txBody>
          <a:bodyPr spcFirstLastPara="1" wrap="square" lIns="0" tIns="0" rIns="0" bIns="0" anchor="b" anchorCtr="0">
            <a:noAutofit/>
          </a:bodyPr>
          <a:lstStyle>
            <a:lvl1pPr marL="457200" lvl="0" indent="-228600" algn="l">
              <a:lnSpc>
                <a:spcPct val="120000"/>
              </a:lnSpc>
              <a:spcBef>
                <a:spcPts val="600"/>
              </a:spcBef>
              <a:spcAft>
                <a:spcPts val="0"/>
              </a:spcAft>
              <a:buClr>
                <a:schemeClr val="lt2"/>
              </a:buClr>
              <a:buSzPts val="1600"/>
              <a:buNone/>
              <a:defRPr sz="1600" b="0" i="1">
                <a:solidFill>
                  <a:schemeClr val="lt2"/>
                </a:solidFill>
                <a:latin typeface="Corbel"/>
                <a:ea typeface="Corbel"/>
                <a:cs typeface="Corbel"/>
                <a:sym typeface="Corbe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44" name="Google Shape;44;p6"/>
          <p:cNvSpPr txBox="1">
            <a:spLocks noGrp="1"/>
          </p:cNvSpPr>
          <p:nvPr>
            <p:ph type="body" idx="15"/>
          </p:nvPr>
        </p:nvSpPr>
        <p:spPr>
          <a:xfrm>
            <a:off x="457200" y="4428069"/>
            <a:ext cx="1497013" cy="108373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5"/>
              </a:buClr>
              <a:buSzPts val="6600"/>
              <a:buNone/>
              <a:defRPr sz="6600" b="1" i="0">
                <a:solidFill>
                  <a:schemeClr val="accent5"/>
                </a:solidFill>
                <a:latin typeface="Arial"/>
                <a:ea typeface="Arial"/>
                <a:cs typeface="Arial"/>
                <a:sym typeface="Aria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45" name="Google Shape;45;p6"/>
          <p:cNvSpPr txBox="1">
            <a:spLocks noGrp="1"/>
          </p:cNvSpPr>
          <p:nvPr>
            <p:ph type="body" idx="16"/>
          </p:nvPr>
        </p:nvSpPr>
        <p:spPr>
          <a:xfrm>
            <a:off x="2140347" y="4428069"/>
            <a:ext cx="1497013" cy="108373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5"/>
              </a:buClr>
              <a:buSzPts val="6600"/>
              <a:buNone/>
              <a:defRPr sz="6600" b="1" i="0">
                <a:solidFill>
                  <a:schemeClr val="accent5"/>
                </a:solidFill>
                <a:latin typeface="Arial"/>
                <a:ea typeface="Arial"/>
                <a:cs typeface="Arial"/>
                <a:sym typeface="Aria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46" name="Google Shape;46;p6"/>
          <p:cNvSpPr txBox="1">
            <a:spLocks noGrp="1"/>
          </p:cNvSpPr>
          <p:nvPr>
            <p:ph type="body" idx="17"/>
          </p:nvPr>
        </p:nvSpPr>
        <p:spPr>
          <a:xfrm>
            <a:off x="3823494" y="4428069"/>
            <a:ext cx="1497013" cy="108373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5"/>
              </a:buClr>
              <a:buSzPts val="6600"/>
              <a:buNone/>
              <a:defRPr sz="6600" b="1" i="0">
                <a:solidFill>
                  <a:schemeClr val="accent5"/>
                </a:solidFill>
                <a:latin typeface="Arial"/>
                <a:ea typeface="Arial"/>
                <a:cs typeface="Arial"/>
                <a:sym typeface="Aria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47" name="Google Shape;47;p6"/>
          <p:cNvSpPr txBox="1">
            <a:spLocks noGrp="1"/>
          </p:cNvSpPr>
          <p:nvPr>
            <p:ph type="body" idx="18"/>
          </p:nvPr>
        </p:nvSpPr>
        <p:spPr>
          <a:xfrm>
            <a:off x="5506641" y="4428069"/>
            <a:ext cx="1497013" cy="108373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5"/>
              </a:buClr>
              <a:buSzPts val="6600"/>
              <a:buNone/>
              <a:defRPr sz="6600" b="1" i="0">
                <a:solidFill>
                  <a:schemeClr val="accent5"/>
                </a:solidFill>
                <a:latin typeface="Arial"/>
                <a:ea typeface="Arial"/>
                <a:cs typeface="Arial"/>
                <a:sym typeface="Aria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48" name="Google Shape;48;p6"/>
          <p:cNvSpPr txBox="1">
            <a:spLocks noGrp="1"/>
          </p:cNvSpPr>
          <p:nvPr>
            <p:ph type="body" idx="19"/>
          </p:nvPr>
        </p:nvSpPr>
        <p:spPr>
          <a:xfrm>
            <a:off x="7189787" y="4428069"/>
            <a:ext cx="1497013" cy="108373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5"/>
              </a:buClr>
              <a:buSzPts val="6600"/>
              <a:buNone/>
              <a:defRPr sz="6600" b="1" i="0">
                <a:solidFill>
                  <a:schemeClr val="accent5"/>
                </a:solidFill>
                <a:latin typeface="Arial"/>
                <a:ea typeface="Arial"/>
                <a:cs typeface="Arial"/>
                <a:sym typeface="Aria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49" name="Google Shape;49;p6"/>
          <p:cNvSpPr txBox="1">
            <a:spLocks noGrp="1"/>
          </p:cNvSpPr>
          <p:nvPr>
            <p:ph type="body" idx="20"/>
          </p:nvPr>
        </p:nvSpPr>
        <p:spPr>
          <a:xfrm>
            <a:off x="457200" y="4336335"/>
            <a:ext cx="1497013" cy="295466"/>
          </a:xfrm>
          <a:prstGeom prst="rect">
            <a:avLst/>
          </a:prstGeom>
          <a:noFill/>
          <a:ln>
            <a:noFill/>
          </a:ln>
        </p:spPr>
        <p:txBody>
          <a:bodyPr spcFirstLastPara="1" wrap="square" lIns="0" tIns="0" rIns="0" bIns="0" anchor="b" anchorCtr="0">
            <a:noAutofit/>
          </a:bodyPr>
          <a:lstStyle>
            <a:lvl1pPr marL="457200" lvl="0" indent="-228600" algn="l">
              <a:lnSpc>
                <a:spcPct val="120000"/>
              </a:lnSpc>
              <a:spcBef>
                <a:spcPts val="600"/>
              </a:spcBef>
              <a:spcAft>
                <a:spcPts val="0"/>
              </a:spcAft>
              <a:buClr>
                <a:schemeClr val="lt2"/>
              </a:buClr>
              <a:buSzPts val="1600"/>
              <a:buNone/>
              <a:defRPr sz="1600" b="0" i="1">
                <a:solidFill>
                  <a:schemeClr val="lt2"/>
                </a:solidFill>
                <a:latin typeface="Corbel"/>
                <a:ea typeface="Corbel"/>
                <a:cs typeface="Corbel"/>
                <a:sym typeface="Corbe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50" name="Google Shape;50;p6"/>
          <p:cNvSpPr txBox="1">
            <a:spLocks noGrp="1"/>
          </p:cNvSpPr>
          <p:nvPr>
            <p:ph type="body" idx="21"/>
          </p:nvPr>
        </p:nvSpPr>
        <p:spPr>
          <a:xfrm>
            <a:off x="2140347" y="4336335"/>
            <a:ext cx="1497013" cy="295466"/>
          </a:xfrm>
          <a:prstGeom prst="rect">
            <a:avLst/>
          </a:prstGeom>
          <a:noFill/>
          <a:ln>
            <a:noFill/>
          </a:ln>
        </p:spPr>
        <p:txBody>
          <a:bodyPr spcFirstLastPara="1" wrap="square" lIns="0" tIns="0" rIns="0" bIns="0" anchor="b" anchorCtr="0">
            <a:noAutofit/>
          </a:bodyPr>
          <a:lstStyle>
            <a:lvl1pPr marL="457200" lvl="0" indent="-228600" algn="l">
              <a:lnSpc>
                <a:spcPct val="120000"/>
              </a:lnSpc>
              <a:spcBef>
                <a:spcPts val="600"/>
              </a:spcBef>
              <a:spcAft>
                <a:spcPts val="0"/>
              </a:spcAft>
              <a:buClr>
                <a:schemeClr val="lt2"/>
              </a:buClr>
              <a:buSzPts val="1600"/>
              <a:buNone/>
              <a:defRPr sz="1600" b="0" i="1">
                <a:solidFill>
                  <a:schemeClr val="lt2"/>
                </a:solidFill>
                <a:latin typeface="Corbel"/>
                <a:ea typeface="Corbel"/>
                <a:cs typeface="Corbel"/>
                <a:sym typeface="Corbe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51" name="Google Shape;51;p6"/>
          <p:cNvSpPr txBox="1">
            <a:spLocks noGrp="1"/>
          </p:cNvSpPr>
          <p:nvPr>
            <p:ph type="body" idx="22"/>
          </p:nvPr>
        </p:nvSpPr>
        <p:spPr>
          <a:xfrm>
            <a:off x="3823494" y="4336335"/>
            <a:ext cx="1497013" cy="295466"/>
          </a:xfrm>
          <a:prstGeom prst="rect">
            <a:avLst/>
          </a:prstGeom>
          <a:noFill/>
          <a:ln>
            <a:noFill/>
          </a:ln>
        </p:spPr>
        <p:txBody>
          <a:bodyPr spcFirstLastPara="1" wrap="square" lIns="0" tIns="0" rIns="0" bIns="0" anchor="b" anchorCtr="0">
            <a:noAutofit/>
          </a:bodyPr>
          <a:lstStyle>
            <a:lvl1pPr marL="457200" lvl="0" indent="-228600" algn="l">
              <a:lnSpc>
                <a:spcPct val="120000"/>
              </a:lnSpc>
              <a:spcBef>
                <a:spcPts val="600"/>
              </a:spcBef>
              <a:spcAft>
                <a:spcPts val="0"/>
              </a:spcAft>
              <a:buClr>
                <a:schemeClr val="lt2"/>
              </a:buClr>
              <a:buSzPts val="1600"/>
              <a:buNone/>
              <a:defRPr sz="1600" b="0" i="1">
                <a:solidFill>
                  <a:schemeClr val="lt2"/>
                </a:solidFill>
                <a:latin typeface="Corbel"/>
                <a:ea typeface="Corbel"/>
                <a:cs typeface="Corbel"/>
                <a:sym typeface="Corbe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52" name="Google Shape;52;p6"/>
          <p:cNvSpPr txBox="1">
            <a:spLocks noGrp="1"/>
          </p:cNvSpPr>
          <p:nvPr>
            <p:ph type="body" idx="23"/>
          </p:nvPr>
        </p:nvSpPr>
        <p:spPr>
          <a:xfrm>
            <a:off x="5506641" y="4336335"/>
            <a:ext cx="1497013" cy="295466"/>
          </a:xfrm>
          <a:prstGeom prst="rect">
            <a:avLst/>
          </a:prstGeom>
          <a:noFill/>
          <a:ln>
            <a:noFill/>
          </a:ln>
        </p:spPr>
        <p:txBody>
          <a:bodyPr spcFirstLastPara="1" wrap="square" lIns="0" tIns="0" rIns="0" bIns="0" anchor="b" anchorCtr="0">
            <a:noAutofit/>
          </a:bodyPr>
          <a:lstStyle>
            <a:lvl1pPr marL="457200" lvl="0" indent="-228600" algn="l">
              <a:lnSpc>
                <a:spcPct val="120000"/>
              </a:lnSpc>
              <a:spcBef>
                <a:spcPts val="600"/>
              </a:spcBef>
              <a:spcAft>
                <a:spcPts val="0"/>
              </a:spcAft>
              <a:buClr>
                <a:schemeClr val="lt2"/>
              </a:buClr>
              <a:buSzPts val="1600"/>
              <a:buNone/>
              <a:defRPr sz="1600" b="0" i="1">
                <a:solidFill>
                  <a:schemeClr val="lt2"/>
                </a:solidFill>
                <a:latin typeface="Corbel"/>
                <a:ea typeface="Corbel"/>
                <a:cs typeface="Corbel"/>
                <a:sym typeface="Corbe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53" name="Google Shape;53;p6"/>
          <p:cNvSpPr txBox="1">
            <a:spLocks noGrp="1"/>
          </p:cNvSpPr>
          <p:nvPr>
            <p:ph type="body" idx="24"/>
          </p:nvPr>
        </p:nvSpPr>
        <p:spPr>
          <a:xfrm>
            <a:off x="7189787" y="4336335"/>
            <a:ext cx="1497013" cy="295466"/>
          </a:xfrm>
          <a:prstGeom prst="rect">
            <a:avLst/>
          </a:prstGeom>
          <a:noFill/>
          <a:ln>
            <a:noFill/>
          </a:ln>
        </p:spPr>
        <p:txBody>
          <a:bodyPr spcFirstLastPara="1" wrap="square" lIns="0" tIns="0" rIns="0" bIns="0" anchor="b" anchorCtr="0">
            <a:noAutofit/>
          </a:bodyPr>
          <a:lstStyle>
            <a:lvl1pPr marL="457200" lvl="0" indent="-228600" algn="l">
              <a:lnSpc>
                <a:spcPct val="120000"/>
              </a:lnSpc>
              <a:spcBef>
                <a:spcPts val="600"/>
              </a:spcBef>
              <a:spcAft>
                <a:spcPts val="0"/>
              </a:spcAft>
              <a:buClr>
                <a:schemeClr val="lt2"/>
              </a:buClr>
              <a:buSzPts val="1600"/>
              <a:buNone/>
              <a:defRPr sz="1600" b="0" i="1">
                <a:solidFill>
                  <a:schemeClr val="lt2"/>
                </a:solidFill>
                <a:latin typeface="Corbel"/>
                <a:ea typeface="Corbel"/>
                <a:cs typeface="Corbel"/>
                <a:sym typeface="Corbel"/>
              </a:defRPr>
            </a:lvl1pPr>
            <a:lvl2pPr marL="914400" lvl="1" indent="-228600" algn="l">
              <a:lnSpc>
                <a:spcPct val="100000"/>
              </a:lnSpc>
              <a:spcBef>
                <a:spcPts val="1200"/>
              </a:spcBef>
              <a:spcAft>
                <a:spcPts val="0"/>
              </a:spcAft>
              <a:buClr>
                <a:schemeClr val="dk2"/>
              </a:buClr>
              <a:buSzPts val="1500"/>
              <a:buNone/>
              <a:defRPr/>
            </a:lvl2pPr>
            <a:lvl3pPr marL="1371600" lvl="2" indent="-228600" algn="l">
              <a:lnSpc>
                <a:spcPct val="110000"/>
              </a:lnSpc>
              <a:spcBef>
                <a:spcPts val="600"/>
              </a:spcBef>
              <a:spcAft>
                <a:spcPts val="0"/>
              </a:spcAft>
              <a:buClr>
                <a:schemeClr val="accent4"/>
              </a:buClr>
              <a:buSzPts val="1100"/>
              <a:buNone/>
              <a:defRPr/>
            </a:lvl3pPr>
            <a:lvl4pPr marL="1828800" lvl="3" indent="-228600" algn="l">
              <a:lnSpc>
                <a:spcPct val="114000"/>
              </a:lnSpc>
              <a:spcBef>
                <a:spcPts val="600"/>
              </a:spcBef>
              <a:spcAft>
                <a:spcPts val="0"/>
              </a:spcAft>
              <a:buClr>
                <a:schemeClr val="dk2"/>
              </a:buClr>
              <a:buSzPts val="1100"/>
              <a:buNone/>
              <a:defRPr/>
            </a:lvl4pPr>
            <a:lvl5pPr marL="2286000" lvl="4" indent="-228600" algn="l">
              <a:lnSpc>
                <a:spcPct val="95000"/>
              </a:lnSpc>
              <a:spcBef>
                <a:spcPts val="600"/>
              </a:spcBef>
              <a:spcAft>
                <a:spcPts val="0"/>
              </a:spcAft>
              <a:buClr>
                <a:schemeClr val="dk2"/>
              </a:buClr>
              <a:buSzPts val="1100"/>
              <a:buNone/>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
  <p:cSld name="1">
    <p:spTree>
      <p:nvGrpSpPr>
        <p:cNvPr id="1" name="Shape 54"/>
        <p:cNvGrpSpPr/>
        <p:nvPr/>
      </p:nvGrpSpPr>
      <p:grpSpPr>
        <a:xfrm>
          <a:off x="0" y="0"/>
          <a:ext cx="0" cy="0"/>
          <a:chOff x="0" y="0"/>
          <a:chExt cx="0" cy="0"/>
        </a:xfrm>
      </p:grpSpPr>
      <p:sp>
        <p:nvSpPr>
          <p:cNvPr id="55" name="Google Shape;55;p7"/>
          <p:cNvSpPr txBox="1">
            <a:spLocks noGrp="1"/>
          </p:cNvSpPr>
          <p:nvPr>
            <p:ph type="title"/>
          </p:nvPr>
        </p:nvSpPr>
        <p:spPr>
          <a:xfrm>
            <a:off x="457200" y="685800"/>
            <a:ext cx="3182052" cy="1228028"/>
          </a:xfrm>
          <a:prstGeom prst="rect">
            <a:avLst/>
          </a:prstGeom>
          <a:noFill/>
          <a:ln>
            <a:noFill/>
          </a:ln>
        </p:spPr>
        <p:txBody>
          <a:bodyPr spcFirstLastPara="1" wrap="square" lIns="0" tIns="0" rIns="0" bIns="0" anchor="t" anchorCtr="0">
            <a:noAutofit/>
          </a:bodyPr>
          <a:lstStyle>
            <a:lvl1pPr lvl="0" algn="l">
              <a:lnSpc>
                <a:spcPct val="95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
          <p:cNvSpPr txBox="1">
            <a:spLocks noGrp="1"/>
          </p:cNvSpPr>
          <p:nvPr>
            <p:ph type="body" idx="1"/>
          </p:nvPr>
        </p:nvSpPr>
        <p:spPr>
          <a:xfrm>
            <a:off x="3829078" y="685800"/>
            <a:ext cx="4857722" cy="5492750"/>
          </a:xfrm>
          <a:prstGeom prst="rect">
            <a:avLst/>
          </a:prstGeom>
          <a:noFill/>
          <a:ln>
            <a:noFill/>
          </a:ln>
        </p:spPr>
        <p:txBody>
          <a:bodyPr spcFirstLastPara="1" wrap="square" lIns="0" tIns="0" rIns="0" bIns="0" anchor="t" anchorCtr="0">
            <a:noAutofit/>
          </a:bodyPr>
          <a:lstStyle>
            <a:lvl1pPr marL="457200" lvl="0" indent="-342900" algn="l">
              <a:lnSpc>
                <a:spcPct val="120000"/>
              </a:lnSpc>
              <a:spcBef>
                <a:spcPts val="600"/>
              </a:spcBef>
              <a:spcAft>
                <a:spcPts val="0"/>
              </a:spcAft>
              <a:buClr>
                <a:schemeClr val="accent1"/>
              </a:buClr>
              <a:buSzPts val="1800"/>
              <a:buChar char="​"/>
              <a:defRPr/>
            </a:lvl1pPr>
            <a:lvl2pPr marL="914400" lvl="1" indent="-342900" algn="l">
              <a:lnSpc>
                <a:spcPct val="100000"/>
              </a:lnSpc>
              <a:spcBef>
                <a:spcPts val="1200"/>
              </a:spcBef>
              <a:spcAft>
                <a:spcPts val="0"/>
              </a:spcAft>
              <a:buClr>
                <a:schemeClr val="dk2"/>
              </a:buClr>
              <a:buSzPts val="1800"/>
              <a:buChar char="​"/>
              <a:defRPr/>
            </a:lvl2pPr>
            <a:lvl3pPr marL="1371600" lvl="2" indent="-342900" algn="l">
              <a:lnSpc>
                <a:spcPct val="110000"/>
              </a:lnSpc>
              <a:spcBef>
                <a:spcPts val="600"/>
              </a:spcBef>
              <a:spcAft>
                <a:spcPts val="0"/>
              </a:spcAft>
              <a:buClr>
                <a:schemeClr val="accent4"/>
              </a:buClr>
              <a:buSzPts val="1800"/>
              <a:buChar char="​"/>
              <a:defRPr/>
            </a:lvl3pPr>
            <a:lvl4pPr marL="1828800" lvl="3" indent="-342900" algn="l">
              <a:lnSpc>
                <a:spcPct val="114000"/>
              </a:lnSpc>
              <a:spcBef>
                <a:spcPts val="600"/>
              </a:spcBef>
              <a:spcAft>
                <a:spcPts val="0"/>
              </a:spcAft>
              <a:buClr>
                <a:schemeClr val="dk2"/>
              </a:buClr>
              <a:buSzPts val="1800"/>
              <a:buChar char="​"/>
              <a:defRPr/>
            </a:lvl4pPr>
            <a:lvl5pPr marL="2286000" lvl="4" indent="-342900" algn="l">
              <a:lnSpc>
                <a:spcPct val="95000"/>
              </a:lnSpc>
              <a:spcBef>
                <a:spcPts val="600"/>
              </a:spcBef>
              <a:spcAft>
                <a:spcPts val="0"/>
              </a:spcAft>
              <a:buClr>
                <a:schemeClr val="dk2"/>
              </a:buClr>
              <a:buSzPts val="1800"/>
              <a:buChar char="•"/>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57" name="Google Shape;57;p7"/>
          <p:cNvSpPr txBox="1">
            <a:spLocks noGrp="1"/>
          </p:cNvSpPr>
          <p:nvPr>
            <p:ph type="body" idx="2"/>
          </p:nvPr>
        </p:nvSpPr>
        <p:spPr>
          <a:xfrm>
            <a:off x="1301262" y="6407150"/>
            <a:ext cx="6738787" cy="45085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600"/>
              </a:spcBef>
              <a:spcAft>
                <a:spcPts val="0"/>
              </a:spcAft>
              <a:buClr>
                <a:schemeClr val="lt2"/>
              </a:buClr>
              <a:buSzPts val="800"/>
              <a:buFont typeface="Arial"/>
              <a:buNone/>
              <a:defRPr sz="800" i="0">
                <a:solidFill>
                  <a:schemeClr val="lt2"/>
                </a:solidFill>
                <a:latin typeface="Arial"/>
                <a:ea typeface="Arial"/>
                <a:cs typeface="Arial"/>
                <a:sym typeface="Arial"/>
              </a:defRPr>
            </a:lvl1pPr>
            <a:lvl2pPr marL="914400" lvl="1" indent="-228600" algn="l">
              <a:lnSpc>
                <a:spcPct val="85000"/>
              </a:lnSpc>
              <a:spcBef>
                <a:spcPts val="1200"/>
              </a:spcBef>
              <a:spcAft>
                <a:spcPts val="0"/>
              </a:spcAft>
              <a:buClr>
                <a:schemeClr val="lt2"/>
              </a:buClr>
              <a:buSzPts val="800"/>
              <a:buFont typeface="Arial"/>
              <a:buNone/>
              <a:defRPr sz="800">
                <a:solidFill>
                  <a:schemeClr val="lt2"/>
                </a:solidFill>
                <a:latin typeface="Arial"/>
                <a:ea typeface="Arial"/>
                <a:cs typeface="Arial"/>
                <a:sym typeface="Arial"/>
              </a:defRPr>
            </a:lvl2pPr>
            <a:lvl3pPr marL="1371600" lvl="2"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3pPr>
            <a:lvl4pPr marL="1828800" lvl="3"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4pPr>
            <a:lvl5pPr marL="2286000" lvl="4"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 + half">
  <p:cSld name="1 + half">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457200" y="685800"/>
            <a:ext cx="3182052" cy="1228028"/>
          </a:xfrm>
          <a:prstGeom prst="rect">
            <a:avLst/>
          </a:prstGeom>
          <a:noFill/>
          <a:ln>
            <a:noFill/>
          </a:ln>
        </p:spPr>
        <p:txBody>
          <a:bodyPr spcFirstLastPara="1" wrap="square" lIns="0" tIns="0" rIns="0" bIns="0" anchor="t" anchorCtr="0">
            <a:noAutofit/>
          </a:bodyPr>
          <a:lstStyle>
            <a:lvl1pPr lvl="0" algn="l">
              <a:lnSpc>
                <a:spcPct val="95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8"/>
          <p:cNvSpPr txBox="1">
            <a:spLocks noGrp="1"/>
          </p:cNvSpPr>
          <p:nvPr>
            <p:ph type="body" idx="1"/>
          </p:nvPr>
        </p:nvSpPr>
        <p:spPr>
          <a:xfrm>
            <a:off x="3829078" y="685800"/>
            <a:ext cx="4857722" cy="5492750"/>
          </a:xfrm>
          <a:prstGeom prst="rect">
            <a:avLst/>
          </a:prstGeom>
          <a:noFill/>
          <a:ln>
            <a:noFill/>
          </a:ln>
        </p:spPr>
        <p:txBody>
          <a:bodyPr spcFirstLastPara="1" wrap="square" lIns="0" tIns="0" rIns="0" bIns="0" anchor="t" anchorCtr="0">
            <a:noAutofit/>
          </a:bodyPr>
          <a:lstStyle>
            <a:lvl1pPr marL="457200" lvl="0" indent="-342900" algn="l">
              <a:lnSpc>
                <a:spcPct val="120000"/>
              </a:lnSpc>
              <a:spcBef>
                <a:spcPts val="600"/>
              </a:spcBef>
              <a:spcAft>
                <a:spcPts val="0"/>
              </a:spcAft>
              <a:buClr>
                <a:schemeClr val="accent1"/>
              </a:buClr>
              <a:buSzPts val="1800"/>
              <a:buChar char="​"/>
              <a:defRPr/>
            </a:lvl1pPr>
            <a:lvl2pPr marL="914400" lvl="1" indent="-342900" algn="l">
              <a:lnSpc>
                <a:spcPct val="100000"/>
              </a:lnSpc>
              <a:spcBef>
                <a:spcPts val="1200"/>
              </a:spcBef>
              <a:spcAft>
                <a:spcPts val="0"/>
              </a:spcAft>
              <a:buClr>
                <a:schemeClr val="dk2"/>
              </a:buClr>
              <a:buSzPts val="1800"/>
              <a:buChar char="​"/>
              <a:defRPr/>
            </a:lvl2pPr>
            <a:lvl3pPr marL="1371600" lvl="2" indent="-342900" algn="l">
              <a:lnSpc>
                <a:spcPct val="110000"/>
              </a:lnSpc>
              <a:spcBef>
                <a:spcPts val="600"/>
              </a:spcBef>
              <a:spcAft>
                <a:spcPts val="0"/>
              </a:spcAft>
              <a:buClr>
                <a:schemeClr val="accent4"/>
              </a:buClr>
              <a:buSzPts val="1800"/>
              <a:buChar char="​"/>
              <a:defRPr/>
            </a:lvl3pPr>
            <a:lvl4pPr marL="1828800" lvl="3" indent="-342900" algn="l">
              <a:lnSpc>
                <a:spcPct val="114000"/>
              </a:lnSpc>
              <a:spcBef>
                <a:spcPts val="600"/>
              </a:spcBef>
              <a:spcAft>
                <a:spcPts val="0"/>
              </a:spcAft>
              <a:buClr>
                <a:schemeClr val="dk2"/>
              </a:buClr>
              <a:buSzPts val="1800"/>
              <a:buChar char="​"/>
              <a:defRPr/>
            </a:lvl4pPr>
            <a:lvl5pPr marL="2286000" lvl="4" indent="-342900" algn="l">
              <a:lnSpc>
                <a:spcPct val="95000"/>
              </a:lnSpc>
              <a:spcBef>
                <a:spcPts val="600"/>
              </a:spcBef>
              <a:spcAft>
                <a:spcPts val="0"/>
              </a:spcAft>
              <a:buClr>
                <a:schemeClr val="dk2"/>
              </a:buClr>
              <a:buSzPts val="1800"/>
              <a:buChar char="•"/>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61" name="Google Shape;61;p8"/>
          <p:cNvSpPr txBox="1">
            <a:spLocks noGrp="1"/>
          </p:cNvSpPr>
          <p:nvPr>
            <p:ph type="body" idx="2"/>
          </p:nvPr>
        </p:nvSpPr>
        <p:spPr>
          <a:xfrm>
            <a:off x="1301262" y="3429000"/>
            <a:ext cx="2321755" cy="2749550"/>
          </a:xfrm>
          <a:prstGeom prst="rect">
            <a:avLst/>
          </a:prstGeom>
          <a:noFill/>
          <a:ln>
            <a:noFill/>
          </a:ln>
        </p:spPr>
        <p:txBody>
          <a:bodyPr spcFirstLastPara="1" wrap="square" lIns="0" tIns="0" rIns="0" bIns="0" anchor="t" anchorCtr="0">
            <a:noAutofit/>
          </a:bodyPr>
          <a:lstStyle>
            <a:lvl1pPr marL="457200" lvl="0" indent="-342900" algn="l">
              <a:lnSpc>
                <a:spcPct val="120000"/>
              </a:lnSpc>
              <a:spcBef>
                <a:spcPts val="600"/>
              </a:spcBef>
              <a:spcAft>
                <a:spcPts val="0"/>
              </a:spcAft>
              <a:buClr>
                <a:schemeClr val="accent1"/>
              </a:buClr>
              <a:buSzPts val="1800"/>
              <a:buChar char="​"/>
              <a:defRPr/>
            </a:lvl1pPr>
            <a:lvl2pPr marL="914400" lvl="1" indent="-342900" algn="l">
              <a:lnSpc>
                <a:spcPct val="100000"/>
              </a:lnSpc>
              <a:spcBef>
                <a:spcPts val="1200"/>
              </a:spcBef>
              <a:spcAft>
                <a:spcPts val="0"/>
              </a:spcAft>
              <a:buClr>
                <a:schemeClr val="dk2"/>
              </a:buClr>
              <a:buSzPts val="1800"/>
              <a:buChar char="​"/>
              <a:defRPr/>
            </a:lvl2pPr>
            <a:lvl3pPr marL="1371600" lvl="2" indent="-342900" algn="l">
              <a:lnSpc>
                <a:spcPct val="110000"/>
              </a:lnSpc>
              <a:spcBef>
                <a:spcPts val="600"/>
              </a:spcBef>
              <a:spcAft>
                <a:spcPts val="0"/>
              </a:spcAft>
              <a:buClr>
                <a:schemeClr val="accent4"/>
              </a:buClr>
              <a:buSzPts val="1800"/>
              <a:buChar char="​"/>
              <a:defRPr/>
            </a:lvl3pPr>
            <a:lvl4pPr marL="1828800" lvl="3" indent="-342900" algn="l">
              <a:lnSpc>
                <a:spcPct val="114000"/>
              </a:lnSpc>
              <a:spcBef>
                <a:spcPts val="600"/>
              </a:spcBef>
              <a:spcAft>
                <a:spcPts val="0"/>
              </a:spcAft>
              <a:buClr>
                <a:schemeClr val="dk2"/>
              </a:buClr>
              <a:buSzPts val="1800"/>
              <a:buChar char="​"/>
              <a:defRPr/>
            </a:lvl4pPr>
            <a:lvl5pPr marL="2286000" lvl="4" indent="-342900" algn="l">
              <a:lnSpc>
                <a:spcPct val="95000"/>
              </a:lnSpc>
              <a:spcBef>
                <a:spcPts val="600"/>
              </a:spcBef>
              <a:spcAft>
                <a:spcPts val="0"/>
              </a:spcAft>
              <a:buClr>
                <a:schemeClr val="dk2"/>
              </a:buClr>
              <a:buSzPts val="1800"/>
              <a:buChar char="•"/>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62" name="Google Shape;62;p8"/>
          <p:cNvSpPr txBox="1">
            <a:spLocks noGrp="1"/>
          </p:cNvSpPr>
          <p:nvPr>
            <p:ph type="body" idx="3"/>
          </p:nvPr>
        </p:nvSpPr>
        <p:spPr>
          <a:xfrm>
            <a:off x="1301262" y="6407150"/>
            <a:ext cx="6738787" cy="45085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600"/>
              </a:spcBef>
              <a:spcAft>
                <a:spcPts val="0"/>
              </a:spcAft>
              <a:buClr>
                <a:schemeClr val="lt2"/>
              </a:buClr>
              <a:buSzPts val="800"/>
              <a:buFont typeface="Arial"/>
              <a:buNone/>
              <a:defRPr sz="800" i="0">
                <a:solidFill>
                  <a:schemeClr val="lt2"/>
                </a:solidFill>
                <a:latin typeface="Arial"/>
                <a:ea typeface="Arial"/>
                <a:cs typeface="Arial"/>
                <a:sym typeface="Arial"/>
              </a:defRPr>
            </a:lvl1pPr>
            <a:lvl2pPr marL="914400" lvl="1" indent="-228600" algn="l">
              <a:lnSpc>
                <a:spcPct val="85000"/>
              </a:lnSpc>
              <a:spcBef>
                <a:spcPts val="1200"/>
              </a:spcBef>
              <a:spcAft>
                <a:spcPts val="0"/>
              </a:spcAft>
              <a:buClr>
                <a:schemeClr val="lt2"/>
              </a:buClr>
              <a:buSzPts val="800"/>
              <a:buFont typeface="Arial"/>
              <a:buNone/>
              <a:defRPr sz="800">
                <a:solidFill>
                  <a:schemeClr val="lt2"/>
                </a:solidFill>
                <a:latin typeface="Arial"/>
                <a:ea typeface="Arial"/>
                <a:cs typeface="Arial"/>
                <a:sym typeface="Arial"/>
              </a:defRPr>
            </a:lvl2pPr>
            <a:lvl3pPr marL="1371600" lvl="2"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3pPr>
            <a:lvl4pPr marL="1828800" lvl="3"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4pPr>
            <a:lvl5pPr marL="2286000" lvl="4"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 Half">
  <p:cSld name="1 Half">
    <p:spTree>
      <p:nvGrpSpPr>
        <p:cNvPr id="1" name="Shape 63"/>
        <p:cNvGrpSpPr/>
        <p:nvPr/>
      </p:nvGrpSpPr>
      <p:grpSpPr>
        <a:xfrm>
          <a:off x="0" y="0"/>
          <a:ext cx="0" cy="0"/>
          <a:chOff x="0" y="0"/>
          <a:chExt cx="0" cy="0"/>
        </a:xfrm>
      </p:grpSpPr>
      <p:sp>
        <p:nvSpPr>
          <p:cNvPr id="64" name="Google Shape;64;p9"/>
          <p:cNvSpPr txBox="1">
            <a:spLocks noGrp="1"/>
          </p:cNvSpPr>
          <p:nvPr>
            <p:ph type="title"/>
          </p:nvPr>
        </p:nvSpPr>
        <p:spPr>
          <a:xfrm>
            <a:off x="457200" y="685800"/>
            <a:ext cx="3182052" cy="1228028"/>
          </a:xfrm>
          <a:prstGeom prst="rect">
            <a:avLst/>
          </a:prstGeom>
          <a:noFill/>
          <a:ln>
            <a:noFill/>
          </a:ln>
        </p:spPr>
        <p:txBody>
          <a:bodyPr spcFirstLastPara="1" wrap="square" lIns="0" tIns="0" rIns="0" bIns="0" anchor="t" anchorCtr="0">
            <a:noAutofit/>
          </a:bodyPr>
          <a:lstStyle>
            <a:lvl1pPr lvl="0" algn="l">
              <a:lnSpc>
                <a:spcPct val="95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9"/>
          <p:cNvSpPr txBox="1">
            <a:spLocks noGrp="1"/>
          </p:cNvSpPr>
          <p:nvPr>
            <p:ph type="body" idx="1"/>
          </p:nvPr>
        </p:nvSpPr>
        <p:spPr>
          <a:xfrm>
            <a:off x="3827585" y="3429000"/>
            <a:ext cx="4859215" cy="2749550"/>
          </a:xfrm>
          <a:prstGeom prst="rect">
            <a:avLst/>
          </a:prstGeom>
          <a:noFill/>
          <a:ln>
            <a:noFill/>
          </a:ln>
        </p:spPr>
        <p:txBody>
          <a:bodyPr spcFirstLastPara="1" wrap="square" lIns="0" tIns="0" rIns="0" bIns="0" anchor="t" anchorCtr="0">
            <a:noAutofit/>
          </a:bodyPr>
          <a:lstStyle>
            <a:lvl1pPr marL="457200" lvl="0" indent="-342900" algn="l">
              <a:lnSpc>
                <a:spcPct val="120000"/>
              </a:lnSpc>
              <a:spcBef>
                <a:spcPts val="600"/>
              </a:spcBef>
              <a:spcAft>
                <a:spcPts val="0"/>
              </a:spcAft>
              <a:buClr>
                <a:schemeClr val="accent1"/>
              </a:buClr>
              <a:buSzPts val="1800"/>
              <a:buChar char="​"/>
              <a:defRPr/>
            </a:lvl1pPr>
            <a:lvl2pPr marL="914400" lvl="1" indent="-342900" algn="l">
              <a:lnSpc>
                <a:spcPct val="100000"/>
              </a:lnSpc>
              <a:spcBef>
                <a:spcPts val="1200"/>
              </a:spcBef>
              <a:spcAft>
                <a:spcPts val="0"/>
              </a:spcAft>
              <a:buClr>
                <a:schemeClr val="dk2"/>
              </a:buClr>
              <a:buSzPts val="1800"/>
              <a:buChar char="​"/>
              <a:defRPr/>
            </a:lvl2pPr>
            <a:lvl3pPr marL="1371600" lvl="2" indent="-342900" algn="l">
              <a:lnSpc>
                <a:spcPct val="110000"/>
              </a:lnSpc>
              <a:spcBef>
                <a:spcPts val="600"/>
              </a:spcBef>
              <a:spcAft>
                <a:spcPts val="0"/>
              </a:spcAft>
              <a:buClr>
                <a:schemeClr val="accent4"/>
              </a:buClr>
              <a:buSzPts val="1800"/>
              <a:buChar char="​"/>
              <a:defRPr/>
            </a:lvl3pPr>
            <a:lvl4pPr marL="1828800" lvl="3" indent="-342900" algn="l">
              <a:lnSpc>
                <a:spcPct val="114000"/>
              </a:lnSpc>
              <a:spcBef>
                <a:spcPts val="600"/>
              </a:spcBef>
              <a:spcAft>
                <a:spcPts val="0"/>
              </a:spcAft>
              <a:buClr>
                <a:schemeClr val="dk2"/>
              </a:buClr>
              <a:buSzPts val="1800"/>
              <a:buChar char="​"/>
              <a:defRPr/>
            </a:lvl4pPr>
            <a:lvl5pPr marL="2286000" lvl="4" indent="-342900" algn="l">
              <a:lnSpc>
                <a:spcPct val="95000"/>
              </a:lnSpc>
              <a:spcBef>
                <a:spcPts val="600"/>
              </a:spcBef>
              <a:spcAft>
                <a:spcPts val="0"/>
              </a:spcAft>
              <a:buClr>
                <a:schemeClr val="dk2"/>
              </a:buClr>
              <a:buSzPts val="1800"/>
              <a:buChar char="•"/>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66" name="Google Shape;66;p9"/>
          <p:cNvSpPr txBox="1">
            <a:spLocks noGrp="1"/>
          </p:cNvSpPr>
          <p:nvPr>
            <p:ph type="body" idx="2"/>
          </p:nvPr>
        </p:nvSpPr>
        <p:spPr>
          <a:xfrm>
            <a:off x="1301262" y="6407150"/>
            <a:ext cx="6738787" cy="45085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600"/>
              </a:spcBef>
              <a:spcAft>
                <a:spcPts val="0"/>
              </a:spcAft>
              <a:buClr>
                <a:schemeClr val="lt2"/>
              </a:buClr>
              <a:buSzPts val="800"/>
              <a:buFont typeface="Arial"/>
              <a:buNone/>
              <a:defRPr sz="800" i="0">
                <a:solidFill>
                  <a:schemeClr val="lt2"/>
                </a:solidFill>
                <a:latin typeface="Arial"/>
                <a:ea typeface="Arial"/>
                <a:cs typeface="Arial"/>
                <a:sym typeface="Arial"/>
              </a:defRPr>
            </a:lvl1pPr>
            <a:lvl2pPr marL="914400" lvl="1" indent="-228600" algn="l">
              <a:lnSpc>
                <a:spcPct val="85000"/>
              </a:lnSpc>
              <a:spcBef>
                <a:spcPts val="1200"/>
              </a:spcBef>
              <a:spcAft>
                <a:spcPts val="0"/>
              </a:spcAft>
              <a:buClr>
                <a:schemeClr val="lt2"/>
              </a:buClr>
              <a:buSzPts val="800"/>
              <a:buFont typeface="Arial"/>
              <a:buNone/>
              <a:defRPr sz="800">
                <a:solidFill>
                  <a:schemeClr val="lt2"/>
                </a:solidFill>
                <a:latin typeface="Arial"/>
                <a:ea typeface="Arial"/>
                <a:cs typeface="Arial"/>
                <a:sym typeface="Arial"/>
              </a:defRPr>
            </a:lvl2pPr>
            <a:lvl3pPr marL="1371600" lvl="2"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3pPr>
            <a:lvl4pPr marL="1828800" lvl="3"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4pPr>
            <a:lvl5pPr marL="2286000" lvl="4"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 Half">
  <p:cSld name="2 Half">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457200" y="685800"/>
            <a:ext cx="3182052" cy="1228028"/>
          </a:xfrm>
          <a:prstGeom prst="rect">
            <a:avLst/>
          </a:prstGeom>
          <a:noFill/>
          <a:ln>
            <a:noFill/>
          </a:ln>
        </p:spPr>
        <p:txBody>
          <a:bodyPr spcFirstLastPara="1" wrap="square" lIns="0" tIns="0" rIns="0" bIns="0" anchor="t" anchorCtr="0">
            <a:noAutofit/>
          </a:bodyPr>
          <a:lstStyle>
            <a:lvl1pPr lvl="0" algn="l">
              <a:lnSpc>
                <a:spcPct val="95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txBox="1">
            <a:spLocks noGrp="1"/>
          </p:cNvSpPr>
          <p:nvPr>
            <p:ph type="body" idx="1"/>
          </p:nvPr>
        </p:nvSpPr>
        <p:spPr>
          <a:xfrm>
            <a:off x="3827585" y="3429000"/>
            <a:ext cx="2321755" cy="2749550"/>
          </a:xfrm>
          <a:prstGeom prst="rect">
            <a:avLst/>
          </a:prstGeom>
          <a:noFill/>
          <a:ln>
            <a:noFill/>
          </a:ln>
        </p:spPr>
        <p:txBody>
          <a:bodyPr spcFirstLastPara="1" wrap="square" lIns="0" tIns="0" rIns="0" bIns="0" anchor="t" anchorCtr="0">
            <a:noAutofit/>
          </a:bodyPr>
          <a:lstStyle>
            <a:lvl1pPr marL="457200" lvl="0" indent="-342900" algn="l">
              <a:lnSpc>
                <a:spcPct val="120000"/>
              </a:lnSpc>
              <a:spcBef>
                <a:spcPts val="600"/>
              </a:spcBef>
              <a:spcAft>
                <a:spcPts val="0"/>
              </a:spcAft>
              <a:buClr>
                <a:schemeClr val="accent1"/>
              </a:buClr>
              <a:buSzPts val="1800"/>
              <a:buChar char="​"/>
              <a:defRPr/>
            </a:lvl1pPr>
            <a:lvl2pPr marL="914400" lvl="1" indent="-342900" algn="l">
              <a:lnSpc>
                <a:spcPct val="100000"/>
              </a:lnSpc>
              <a:spcBef>
                <a:spcPts val="1200"/>
              </a:spcBef>
              <a:spcAft>
                <a:spcPts val="0"/>
              </a:spcAft>
              <a:buClr>
                <a:schemeClr val="dk2"/>
              </a:buClr>
              <a:buSzPts val="1800"/>
              <a:buChar char="​"/>
              <a:defRPr/>
            </a:lvl2pPr>
            <a:lvl3pPr marL="1371600" lvl="2" indent="-342900" algn="l">
              <a:lnSpc>
                <a:spcPct val="110000"/>
              </a:lnSpc>
              <a:spcBef>
                <a:spcPts val="600"/>
              </a:spcBef>
              <a:spcAft>
                <a:spcPts val="0"/>
              </a:spcAft>
              <a:buClr>
                <a:schemeClr val="accent4"/>
              </a:buClr>
              <a:buSzPts val="1800"/>
              <a:buChar char="​"/>
              <a:defRPr/>
            </a:lvl3pPr>
            <a:lvl4pPr marL="1828800" lvl="3" indent="-342900" algn="l">
              <a:lnSpc>
                <a:spcPct val="114000"/>
              </a:lnSpc>
              <a:spcBef>
                <a:spcPts val="600"/>
              </a:spcBef>
              <a:spcAft>
                <a:spcPts val="0"/>
              </a:spcAft>
              <a:buClr>
                <a:schemeClr val="dk2"/>
              </a:buClr>
              <a:buSzPts val="1800"/>
              <a:buChar char="​"/>
              <a:defRPr/>
            </a:lvl4pPr>
            <a:lvl5pPr marL="2286000" lvl="4" indent="-342900" algn="l">
              <a:lnSpc>
                <a:spcPct val="95000"/>
              </a:lnSpc>
              <a:spcBef>
                <a:spcPts val="600"/>
              </a:spcBef>
              <a:spcAft>
                <a:spcPts val="0"/>
              </a:spcAft>
              <a:buClr>
                <a:schemeClr val="dk2"/>
              </a:buClr>
              <a:buSzPts val="1800"/>
              <a:buChar char="•"/>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70" name="Google Shape;70;p10"/>
          <p:cNvSpPr txBox="1">
            <a:spLocks noGrp="1"/>
          </p:cNvSpPr>
          <p:nvPr>
            <p:ph type="body" idx="2"/>
          </p:nvPr>
        </p:nvSpPr>
        <p:spPr>
          <a:xfrm>
            <a:off x="6353908" y="3429000"/>
            <a:ext cx="2332892" cy="2749550"/>
          </a:xfrm>
          <a:prstGeom prst="rect">
            <a:avLst/>
          </a:prstGeom>
          <a:noFill/>
          <a:ln>
            <a:noFill/>
          </a:ln>
        </p:spPr>
        <p:txBody>
          <a:bodyPr spcFirstLastPara="1" wrap="square" lIns="0" tIns="0" rIns="0" bIns="0" anchor="t" anchorCtr="0">
            <a:noAutofit/>
          </a:bodyPr>
          <a:lstStyle>
            <a:lvl1pPr marL="457200" lvl="0" indent="-342900" algn="l">
              <a:lnSpc>
                <a:spcPct val="120000"/>
              </a:lnSpc>
              <a:spcBef>
                <a:spcPts val="600"/>
              </a:spcBef>
              <a:spcAft>
                <a:spcPts val="0"/>
              </a:spcAft>
              <a:buClr>
                <a:schemeClr val="accent1"/>
              </a:buClr>
              <a:buSzPts val="1800"/>
              <a:buChar char="​"/>
              <a:defRPr/>
            </a:lvl1pPr>
            <a:lvl2pPr marL="914400" lvl="1" indent="-342900" algn="l">
              <a:lnSpc>
                <a:spcPct val="100000"/>
              </a:lnSpc>
              <a:spcBef>
                <a:spcPts val="1200"/>
              </a:spcBef>
              <a:spcAft>
                <a:spcPts val="0"/>
              </a:spcAft>
              <a:buClr>
                <a:schemeClr val="dk2"/>
              </a:buClr>
              <a:buSzPts val="1800"/>
              <a:buChar char="​"/>
              <a:defRPr/>
            </a:lvl2pPr>
            <a:lvl3pPr marL="1371600" lvl="2" indent="-342900" algn="l">
              <a:lnSpc>
                <a:spcPct val="110000"/>
              </a:lnSpc>
              <a:spcBef>
                <a:spcPts val="600"/>
              </a:spcBef>
              <a:spcAft>
                <a:spcPts val="0"/>
              </a:spcAft>
              <a:buClr>
                <a:schemeClr val="accent4"/>
              </a:buClr>
              <a:buSzPts val="1800"/>
              <a:buChar char="​"/>
              <a:defRPr/>
            </a:lvl3pPr>
            <a:lvl4pPr marL="1828800" lvl="3" indent="-342900" algn="l">
              <a:lnSpc>
                <a:spcPct val="114000"/>
              </a:lnSpc>
              <a:spcBef>
                <a:spcPts val="600"/>
              </a:spcBef>
              <a:spcAft>
                <a:spcPts val="0"/>
              </a:spcAft>
              <a:buClr>
                <a:schemeClr val="dk2"/>
              </a:buClr>
              <a:buSzPts val="1800"/>
              <a:buChar char="​"/>
              <a:defRPr/>
            </a:lvl4pPr>
            <a:lvl5pPr marL="2286000" lvl="4" indent="-342900" algn="l">
              <a:lnSpc>
                <a:spcPct val="95000"/>
              </a:lnSpc>
              <a:spcBef>
                <a:spcPts val="600"/>
              </a:spcBef>
              <a:spcAft>
                <a:spcPts val="0"/>
              </a:spcAft>
              <a:buClr>
                <a:schemeClr val="dk2"/>
              </a:buClr>
              <a:buSzPts val="1800"/>
              <a:buChar char="•"/>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71" name="Google Shape;71;p10"/>
          <p:cNvSpPr txBox="1">
            <a:spLocks noGrp="1"/>
          </p:cNvSpPr>
          <p:nvPr>
            <p:ph type="body" idx="3"/>
          </p:nvPr>
        </p:nvSpPr>
        <p:spPr>
          <a:xfrm>
            <a:off x="1301262" y="6407150"/>
            <a:ext cx="6738787" cy="45085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600"/>
              </a:spcBef>
              <a:spcAft>
                <a:spcPts val="0"/>
              </a:spcAft>
              <a:buClr>
                <a:schemeClr val="lt2"/>
              </a:buClr>
              <a:buSzPts val="800"/>
              <a:buFont typeface="Arial"/>
              <a:buNone/>
              <a:defRPr sz="800" i="0">
                <a:solidFill>
                  <a:schemeClr val="lt2"/>
                </a:solidFill>
                <a:latin typeface="Arial"/>
                <a:ea typeface="Arial"/>
                <a:cs typeface="Arial"/>
                <a:sym typeface="Arial"/>
              </a:defRPr>
            </a:lvl1pPr>
            <a:lvl2pPr marL="914400" lvl="1" indent="-228600" algn="l">
              <a:lnSpc>
                <a:spcPct val="85000"/>
              </a:lnSpc>
              <a:spcBef>
                <a:spcPts val="1200"/>
              </a:spcBef>
              <a:spcAft>
                <a:spcPts val="0"/>
              </a:spcAft>
              <a:buClr>
                <a:schemeClr val="lt2"/>
              </a:buClr>
              <a:buSzPts val="800"/>
              <a:buFont typeface="Arial"/>
              <a:buNone/>
              <a:defRPr sz="800">
                <a:solidFill>
                  <a:schemeClr val="lt2"/>
                </a:solidFill>
                <a:latin typeface="Arial"/>
                <a:ea typeface="Arial"/>
                <a:cs typeface="Arial"/>
                <a:sym typeface="Arial"/>
              </a:defRPr>
            </a:lvl2pPr>
            <a:lvl3pPr marL="1371600" lvl="2"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3pPr>
            <a:lvl4pPr marL="1828800" lvl="3"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4pPr>
            <a:lvl5pPr marL="2286000" lvl="4"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 Half">
  <p:cSld name="3 Half">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685800"/>
            <a:ext cx="3182052" cy="1228028"/>
          </a:xfrm>
          <a:prstGeom prst="rect">
            <a:avLst/>
          </a:prstGeom>
          <a:noFill/>
          <a:ln>
            <a:noFill/>
          </a:ln>
        </p:spPr>
        <p:txBody>
          <a:bodyPr spcFirstLastPara="1" wrap="square" lIns="0" tIns="0" rIns="0" bIns="0" anchor="t" anchorCtr="0">
            <a:noAutofit/>
          </a:bodyPr>
          <a:lstStyle>
            <a:lvl1pPr lvl="0" algn="l">
              <a:lnSpc>
                <a:spcPct val="95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a:off x="3827585" y="3429000"/>
            <a:ext cx="2321755" cy="2749550"/>
          </a:xfrm>
          <a:prstGeom prst="rect">
            <a:avLst/>
          </a:prstGeom>
          <a:noFill/>
          <a:ln>
            <a:noFill/>
          </a:ln>
        </p:spPr>
        <p:txBody>
          <a:bodyPr spcFirstLastPara="1" wrap="square" lIns="0" tIns="0" rIns="0" bIns="0" anchor="t" anchorCtr="0">
            <a:noAutofit/>
          </a:bodyPr>
          <a:lstStyle>
            <a:lvl1pPr marL="457200" lvl="0" indent="-342900" algn="l">
              <a:lnSpc>
                <a:spcPct val="120000"/>
              </a:lnSpc>
              <a:spcBef>
                <a:spcPts val="600"/>
              </a:spcBef>
              <a:spcAft>
                <a:spcPts val="0"/>
              </a:spcAft>
              <a:buClr>
                <a:schemeClr val="accent1"/>
              </a:buClr>
              <a:buSzPts val="1800"/>
              <a:buChar char="​"/>
              <a:defRPr/>
            </a:lvl1pPr>
            <a:lvl2pPr marL="914400" lvl="1" indent="-342900" algn="l">
              <a:lnSpc>
                <a:spcPct val="100000"/>
              </a:lnSpc>
              <a:spcBef>
                <a:spcPts val="1200"/>
              </a:spcBef>
              <a:spcAft>
                <a:spcPts val="0"/>
              </a:spcAft>
              <a:buClr>
                <a:schemeClr val="dk2"/>
              </a:buClr>
              <a:buSzPts val="1800"/>
              <a:buChar char="​"/>
              <a:defRPr/>
            </a:lvl2pPr>
            <a:lvl3pPr marL="1371600" lvl="2" indent="-342900" algn="l">
              <a:lnSpc>
                <a:spcPct val="110000"/>
              </a:lnSpc>
              <a:spcBef>
                <a:spcPts val="600"/>
              </a:spcBef>
              <a:spcAft>
                <a:spcPts val="0"/>
              </a:spcAft>
              <a:buClr>
                <a:schemeClr val="accent4"/>
              </a:buClr>
              <a:buSzPts val="1800"/>
              <a:buChar char="​"/>
              <a:defRPr/>
            </a:lvl3pPr>
            <a:lvl4pPr marL="1828800" lvl="3" indent="-342900" algn="l">
              <a:lnSpc>
                <a:spcPct val="114000"/>
              </a:lnSpc>
              <a:spcBef>
                <a:spcPts val="600"/>
              </a:spcBef>
              <a:spcAft>
                <a:spcPts val="0"/>
              </a:spcAft>
              <a:buClr>
                <a:schemeClr val="dk2"/>
              </a:buClr>
              <a:buSzPts val="1800"/>
              <a:buChar char="​"/>
              <a:defRPr/>
            </a:lvl4pPr>
            <a:lvl5pPr marL="2286000" lvl="4" indent="-342900" algn="l">
              <a:lnSpc>
                <a:spcPct val="95000"/>
              </a:lnSpc>
              <a:spcBef>
                <a:spcPts val="600"/>
              </a:spcBef>
              <a:spcAft>
                <a:spcPts val="0"/>
              </a:spcAft>
              <a:buClr>
                <a:schemeClr val="dk2"/>
              </a:buClr>
              <a:buSzPts val="1800"/>
              <a:buChar char="•"/>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75" name="Google Shape;75;p11"/>
          <p:cNvSpPr txBox="1">
            <a:spLocks noGrp="1"/>
          </p:cNvSpPr>
          <p:nvPr>
            <p:ph type="body" idx="2"/>
          </p:nvPr>
        </p:nvSpPr>
        <p:spPr>
          <a:xfrm>
            <a:off x="6353908" y="3429000"/>
            <a:ext cx="2332892" cy="2749550"/>
          </a:xfrm>
          <a:prstGeom prst="rect">
            <a:avLst/>
          </a:prstGeom>
          <a:noFill/>
          <a:ln>
            <a:noFill/>
          </a:ln>
        </p:spPr>
        <p:txBody>
          <a:bodyPr spcFirstLastPara="1" wrap="square" lIns="0" tIns="0" rIns="0" bIns="0" anchor="t" anchorCtr="0">
            <a:noAutofit/>
          </a:bodyPr>
          <a:lstStyle>
            <a:lvl1pPr marL="457200" lvl="0" indent="-342900" algn="l">
              <a:lnSpc>
                <a:spcPct val="120000"/>
              </a:lnSpc>
              <a:spcBef>
                <a:spcPts val="600"/>
              </a:spcBef>
              <a:spcAft>
                <a:spcPts val="0"/>
              </a:spcAft>
              <a:buClr>
                <a:schemeClr val="accent1"/>
              </a:buClr>
              <a:buSzPts val="1800"/>
              <a:buChar char="​"/>
              <a:defRPr/>
            </a:lvl1pPr>
            <a:lvl2pPr marL="914400" lvl="1" indent="-342900" algn="l">
              <a:lnSpc>
                <a:spcPct val="100000"/>
              </a:lnSpc>
              <a:spcBef>
                <a:spcPts val="1200"/>
              </a:spcBef>
              <a:spcAft>
                <a:spcPts val="0"/>
              </a:spcAft>
              <a:buClr>
                <a:schemeClr val="dk2"/>
              </a:buClr>
              <a:buSzPts val="1800"/>
              <a:buChar char="​"/>
              <a:defRPr/>
            </a:lvl2pPr>
            <a:lvl3pPr marL="1371600" lvl="2" indent="-342900" algn="l">
              <a:lnSpc>
                <a:spcPct val="110000"/>
              </a:lnSpc>
              <a:spcBef>
                <a:spcPts val="600"/>
              </a:spcBef>
              <a:spcAft>
                <a:spcPts val="0"/>
              </a:spcAft>
              <a:buClr>
                <a:schemeClr val="accent4"/>
              </a:buClr>
              <a:buSzPts val="1800"/>
              <a:buChar char="​"/>
              <a:defRPr/>
            </a:lvl3pPr>
            <a:lvl4pPr marL="1828800" lvl="3" indent="-342900" algn="l">
              <a:lnSpc>
                <a:spcPct val="114000"/>
              </a:lnSpc>
              <a:spcBef>
                <a:spcPts val="600"/>
              </a:spcBef>
              <a:spcAft>
                <a:spcPts val="0"/>
              </a:spcAft>
              <a:buClr>
                <a:schemeClr val="dk2"/>
              </a:buClr>
              <a:buSzPts val="1800"/>
              <a:buChar char="​"/>
              <a:defRPr/>
            </a:lvl4pPr>
            <a:lvl5pPr marL="2286000" lvl="4" indent="-342900" algn="l">
              <a:lnSpc>
                <a:spcPct val="95000"/>
              </a:lnSpc>
              <a:spcBef>
                <a:spcPts val="600"/>
              </a:spcBef>
              <a:spcAft>
                <a:spcPts val="0"/>
              </a:spcAft>
              <a:buClr>
                <a:schemeClr val="dk2"/>
              </a:buClr>
              <a:buSzPts val="1800"/>
              <a:buChar char="•"/>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76" name="Google Shape;76;p11"/>
          <p:cNvSpPr txBox="1">
            <a:spLocks noGrp="1"/>
          </p:cNvSpPr>
          <p:nvPr>
            <p:ph type="body" idx="3"/>
          </p:nvPr>
        </p:nvSpPr>
        <p:spPr>
          <a:xfrm>
            <a:off x="1301262" y="3429000"/>
            <a:ext cx="2321755" cy="2749550"/>
          </a:xfrm>
          <a:prstGeom prst="rect">
            <a:avLst/>
          </a:prstGeom>
          <a:noFill/>
          <a:ln>
            <a:noFill/>
          </a:ln>
        </p:spPr>
        <p:txBody>
          <a:bodyPr spcFirstLastPara="1" wrap="square" lIns="0" tIns="0" rIns="0" bIns="0" anchor="t" anchorCtr="0">
            <a:noAutofit/>
          </a:bodyPr>
          <a:lstStyle>
            <a:lvl1pPr marL="457200" lvl="0" indent="-342900" algn="l">
              <a:lnSpc>
                <a:spcPct val="120000"/>
              </a:lnSpc>
              <a:spcBef>
                <a:spcPts val="600"/>
              </a:spcBef>
              <a:spcAft>
                <a:spcPts val="0"/>
              </a:spcAft>
              <a:buClr>
                <a:schemeClr val="accent1"/>
              </a:buClr>
              <a:buSzPts val="1800"/>
              <a:buChar char="​"/>
              <a:defRPr/>
            </a:lvl1pPr>
            <a:lvl2pPr marL="914400" lvl="1" indent="-342900" algn="l">
              <a:lnSpc>
                <a:spcPct val="100000"/>
              </a:lnSpc>
              <a:spcBef>
                <a:spcPts val="1200"/>
              </a:spcBef>
              <a:spcAft>
                <a:spcPts val="0"/>
              </a:spcAft>
              <a:buClr>
                <a:schemeClr val="dk2"/>
              </a:buClr>
              <a:buSzPts val="1800"/>
              <a:buChar char="​"/>
              <a:defRPr/>
            </a:lvl2pPr>
            <a:lvl3pPr marL="1371600" lvl="2" indent="-342900" algn="l">
              <a:lnSpc>
                <a:spcPct val="110000"/>
              </a:lnSpc>
              <a:spcBef>
                <a:spcPts val="600"/>
              </a:spcBef>
              <a:spcAft>
                <a:spcPts val="0"/>
              </a:spcAft>
              <a:buClr>
                <a:schemeClr val="accent4"/>
              </a:buClr>
              <a:buSzPts val="1800"/>
              <a:buChar char="​"/>
              <a:defRPr/>
            </a:lvl3pPr>
            <a:lvl4pPr marL="1828800" lvl="3" indent="-342900" algn="l">
              <a:lnSpc>
                <a:spcPct val="114000"/>
              </a:lnSpc>
              <a:spcBef>
                <a:spcPts val="600"/>
              </a:spcBef>
              <a:spcAft>
                <a:spcPts val="0"/>
              </a:spcAft>
              <a:buClr>
                <a:schemeClr val="dk2"/>
              </a:buClr>
              <a:buSzPts val="1800"/>
              <a:buChar char="​"/>
              <a:defRPr/>
            </a:lvl4pPr>
            <a:lvl5pPr marL="2286000" lvl="4" indent="-342900" algn="l">
              <a:lnSpc>
                <a:spcPct val="95000"/>
              </a:lnSpc>
              <a:spcBef>
                <a:spcPts val="600"/>
              </a:spcBef>
              <a:spcAft>
                <a:spcPts val="0"/>
              </a:spcAft>
              <a:buClr>
                <a:schemeClr val="dk2"/>
              </a:buClr>
              <a:buSzPts val="1800"/>
              <a:buChar char="•"/>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
        <p:nvSpPr>
          <p:cNvPr id="77" name="Google Shape;77;p11"/>
          <p:cNvSpPr txBox="1">
            <a:spLocks noGrp="1"/>
          </p:cNvSpPr>
          <p:nvPr>
            <p:ph type="body" idx="4"/>
          </p:nvPr>
        </p:nvSpPr>
        <p:spPr>
          <a:xfrm>
            <a:off x="1301262" y="6407150"/>
            <a:ext cx="6738787" cy="45085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600"/>
              </a:spcBef>
              <a:spcAft>
                <a:spcPts val="0"/>
              </a:spcAft>
              <a:buClr>
                <a:schemeClr val="lt2"/>
              </a:buClr>
              <a:buSzPts val="800"/>
              <a:buFont typeface="Arial"/>
              <a:buNone/>
              <a:defRPr sz="800" i="0">
                <a:solidFill>
                  <a:schemeClr val="lt2"/>
                </a:solidFill>
                <a:latin typeface="Arial"/>
                <a:ea typeface="Arial"/>
                <a:cs typeface="Arial"/>
                <a:sym typeface="Arial"/>
              </a:defRPr>
            </a:lvl1pPr>
            <a:lvl2pPr marL="914400" lvl="1" indent="-228600" algn="l">
              <a:lnSpc>
                <a:spcPct val="85000"/>
              </a:lnSpc>
              <a:spcBef>
                <a:spcPts val="1200"/>
              </a:spcBef>
              <a:spcAft>
                <a:spcPts val="0"/>
              </a:spcAft>
              <a:buClr>
                <a:schemeClr val="lt2"/>
              </a:buClr>
              <a:buSzPts val="800"/>
              <a:buFont typeface="Arial"/>
              <a:buNone/>
              <a:defRPr sz="800">
                <a:solidFill>
                  <a:schemeClr val="lt2"/>
                </a:solidFill>
                <a:latin typeface="Arial"/>
                <a:ea typeface="Arial"/>
                <a:cs typeface="Arial"/>
                <a:sym typeface="Arial"/>
              </a:defRPr>
            </a:lvl2pPr>
            <a:lvl3pPr marL="1371600" lvl="2"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3pPr>
            <a:lvl4pPr marL="1828800" lvl="3"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4pPr>
            <a:lvl5pPr marL="2286000" lvl="4" indent="-228600" algn="l">
              <a:lnSpc>
                <a:spcPct val="85000"/>
              </a:lnSpc>
              <a:spcBef>
                <a:spcPts val="600"/>
              </a:spcBef>
              <a:spcAft>
                <a:spcPts val="0"/>
              </a:spcAft>
              <a:buClr>
                <a:schemeClr val="lt2"/>
              </a:buClr>
              <a:buSzPts val="800"/>
              <a:buFont typeface="Arial"/>
              <a:buNone/>
              <a:defRPr sz="800">
                <a:solidFill>
                  <a:schemeClr val="lt2"/>
                </a:solidFill>
                <a:latin typeface="Arial"/>
                <a:ea typeface="Arial"/>
                <a:cs typeface="Arial"/>
                <a:sym typeface="Arial"/>
              </a:defRPr>
            </a:lvl5pPr>
            <a:lvl6pPr marL="2743200" lvl="5" indent="-342900" algn="l">
              <a:lnSpc>
                <a:spcPct val="85000"/>
              </a:lnSpc>
              <a:spcBef>
                <a:spcPts val="600"/>
              </a:spcBef>
              <a:spcAft>
                <a:spcPts val="0"/>
              </a:spcAft>
              <a:buClr>
                <a:schemeClr val="dk2"/>
              </a:buClr>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Clr>
                <a:schemeClr val="lt2"/>
              </a:buClr>
              <a:buSzPts val="1800"/>
              <a:buChar char="•"/>
              <a:defRPr/>
            </a:lvl8pPr>
            <a:lvl9pPr marL="4114800" lvl="8" indent="-342900" algn="l">
              <a:lnSpc>
                <a:spcPct val="100000"/>
              </a:lnSpc>
              <a:spcBef>
                <a:spcPts val="600"/>
              </a:spcBef>
              <a:spcAft>
                <a:spcPts val="600"/>
              </a:spcAft>
              <a:buClr>
                <a:schemeClr val="lt2"/>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Grid">
  <p:cSld name="Grid">
    <p:spTree>
      <p:nvGrpSpPr>
        <p:cNvPr id="1" name="Shape 78"/>
        <p:cNvGrpSpPr/>
        <p:nvPr/>
      </p:nvGrpSpPr>
      <p:grpSpPr>
        <a:xfrm>
          <a:off x="0" y="0"/>
          <a:ext cx="0" cy="0"/>
          <a:chOff x="0" y="0"/>
          <a:chExt cx="0" cy="0"/>
        </a:xfrm>
      </p:grpSpPr>
      <p:grpSp>
        <p:nvGrpSpPr>
          <p:cNvPr id="79" name="Google Shape;79;p12"/>
          <p:cNvGrpSpPr/>
          <p:nvPr/>
        </p:nvGrpSpPr>
        <p:grpSpPr>
          <a:xfrm>
            <a:off x="0" y="0"/>
            <a:ext cx="9144000" cy="6858000"/>
            <a:chOff x="0" y="0"/>
            <a:chExt cx="9144000" cy="6858000"/>
          </a:xfrm>
        </p:grpSpPr>
        <p:cxnSp>
          <p:nvCxnSpPr>
            <p:cNvPr id="80" name="Google Shape;80;p12"/>
            <p:cNvCxnSpPr/>
            <p:nvPr/>
          </p:nvCxnSpPr>
          <p:spPr>
            <a:xfrm>
              <a:off x="457200" y="0"/>
              <a:ext cx="0" cy="6858000"/>
            </a:xfrm>
            <a:prstGeom prst="straightConnector1">
              <a:avLst/>
            </a:prstGeom>
            <a:noFill/>
            <a:ln w="9525" cap="flat" cmpd="sng">
              <a:solidFill>
                <a:srgbClr val="FF0066"/>
              </a:solidFill>
              <a:prstDash val="dash"/>
              <a:round/>
              <a:headEnd type="none" w="sm" len="sm"/>
              <a:tailEnd type="none" w="sm" len="sm"/>
            </a:ln>
          </p:spPr>
        </p:cxnSp>
        <p:cxnSp>
          <p:nvCxnSpPr>
            <p:cNvPr id="81" name="Google Shape;81;p12"/>
            <p:cNvCxnSpPr/>
            <p:nvPr/>
          </p:nvCxnSpPr>
          <p:spPr>
            <a:xfrm>
              <a:off x="8686800" y="0"/>
              <a:ext cx="0" cy="6858000"/>
            </a:xfrm>
            <a:prstGeom prst="straightConnector1">
              <a:avLst/>
            </a:prstGeom>
            <a:noFill/>
            <a:ln w="9525" cap="flat" cmpd="sng">
              <a:solidFill>
                <a:srgbClr val="FF0066"/>
              </a:solidFill>
              <a:prstDash val="dash"/>
              <a:round/>
              <a:headEnd type="none" w="sm" len="sm"/>
              <a:tailEnd type="none" w="sm" len="sm"/>
            </a:ln>
          </p:spPr>
        </p:cxnSp>
        <p:cxnSp>
          <p:nvCxnSpPr>
            <p:cNvPr id="82" name="Google Shape;82;p12"/>
            <p:cNvCxnSpPr/>
            <p:nvPr/>
          </p:nvCxnSpPr>
          <p:spPr>
            <a:xfrm>
              <a:off x="1113726" y="0"/>
              <a:ext cx="0" cy="6858000"/>
            </a:xfrm>
            <a:prstGeom prst="straightConnector1">
              <a:avLst/>
            </a:prstGeom>
            <a:noFill/>
            <a:ln w="9525" cap="flat" cmpd="sng">
              <a:solidFill>
                <a:srgbClr val="FF0066"/>
              </a:solidFill>
              <a:prstDash val="dash"/>
              <a:round/>
              <a:headEnd type="none" w="sm" len="sm"/>
              <a:tailEnd type="none" w="sm" len="sm"/>
            </a:ln>
          </p:spPr>
        </p:cxnSp>
        <p:cxnSp>
          <p:nvCxnSpPr>
            <p:cNvPr id="83" name="Google Shape;83;p12"/>
            <p:cNvCxnSpPr/>
            <p:nvPr/>
          </p:nvCxnSpPr>
          <p:spPr>
            <a:xfrm>
              <a:off x="1300622" y="0"/>
              <a:ext cx="0" cy="6858000"/>
            </a:xfrm>
            <a:prstGeom prst="straightConnector1">
              <a:avLst/>
            </a:prstGeom>
            <a:noFill/>
            <a:ln w="9525" cap="flat" cmpd="sng">
              <a:solidFill>
                <a:srgbClr val="FF0066"/>
              </a:solidFill>
              <a:prstDash val="dash"/>
              <a:round/>
              <a:headEnd type="none" w="sm" len="sm"/>
              <a:tailEnd type="none" w="sm" len="sm"/>
            </a:ln>
          </p:spPr>
        </p:cxnSp>
        <p:cxnSp>
          <p:nvCxnSpPr>
            <p:cNvPr id="84" name="Google Shape;84;p12"/>
            <p:cNvCxnSpPr/>
            <p:nvPr/>
          </p:nvCxnSpPr>
          <p:spPr>
            <a:xfrm>
              <a:off x="1954396" y="0"/>
              <a:ext cx="0" cy="6858000"/>
            </a:xfrm>
            <a:prstGeom prst="straightConnector1">
              <a:avLst/>
            </a:prstGeom>
            <a:noFill/>
            <a:ln w="9525" cap="flat" cmpd="sng">
              <a:solidFill>
                <a:srgbClr val="FF0066"/>
              </a:solidFill>
              <a:prstDash val="dash"/>
              <a:round/>
              <a:headEnd type="none" w="sm" len="sm"/>
              <a:tailEnd type="none" w="sm" len="sm"/>
            </a:ln>
          </p:spPr>
        </p:cxnSp>
        <p:cxnSp>
          <p:nvCxnSpPr>
            <p:cNvPr id="85" name="Google Shape;85;p12"/>
            <p:cNvCxnSpPr/>
            <p:nvPr/>
          </p:nvCxnSpPr>
          <p:spPr>
            <a:xfrm>
              <a:off x="2143050" y="0"/>
              <a:ext cx="0" cy="6858000"/>
            </a:xfrm>
            <a:prstGeom prst="straightConnector1">
              <a:avLst/>
            </a:prstGeom>
            <a:noFill/>
            <a:ln w="9525" cap="flat" cmpd="sng">
              <a:solidFill>
                <a:srgbClr val="FF0066"/>
              </a:solidFill>
              <a:prstDash val="dash"/>
              <a:round/>
              <a:headEnd type="none" w="sm" len="sm"/>
              <a:tailEnd type="none" w="sm" len="sm"/>
            </a:ln>
          </p:spPr>
        </p:cxnSp>
        <p:cxnSp>
          <p:nvCxnSpPr>
            <p:cNvPr id="86" name="Google Shape;86;p12"/>
            <p:cNvCxnSpPr/>
            <p:nvPr/>
          </p:nvCxnSpPr>
          <p:spPr>
            <a:xfrm>
              <a:off x="2796824" y="0"/>
              <a:ext cx="0" cy="6858000"/>
            </a:xfrm>
            <a:prstGeom prst="straightConnector1">
              <a:avLst/>
            </a:prstGeom>
            <a:noFill/>
            <a:ln w="9525" cap="flat" cmpd="sng">
              <a:solidFill>
                <a:srgbClr val="FF0066"/>
              </a:solidFill>
              <a:prstDash val="dash"/>
              <a:round/>
              <a:headEnd type="none" w="sm" len="sm"/>
              <a:tailEnd type="none" w="sm" len="sm"/>
            </a:ln>
          </p:spPr>
        </p:cxnSp>
        <p:cxnSp>
          <p:nvCxnSpPr>
            <p:cNvPr id="87" name="Google Shape;87;p12"/>
            <p:cNvCxnSpPr/>
            <p:nvPr/>
          </p:nvCxnSpPr>
          <p:spPr>
            <a:xfrm>
              <a:off x="2990753" y="0"/>
              <a:ext cx="0" cy="6858000"/>
            </a:xfrm>
            <a:prstGeom prst="straightConnector1">
              <a:avLst/>
            </a:prstGeom>
            <a:noFill/>
            <a:ln w="9525" cap="flat" cmpd="sng">
              <a:solidFill>
                <a:srgbClr val="FF0066"/>
              </a:solidFill>
              <a:prstDash val="dash"/>
              <a:round/>
              <a:headEnd type="none" w="sm" len="sm"/>
              <a:tailEnd type="none" w="sm" len="sm"/>
            </a:ln>
          </p:spPr>
        </p:cxnSp>
        <p:cxnSp>
          <p:nvCxnSpPr>
            <p:cNvPr id="88" name="Google Shape;88;p12"/>
            <p:cNvCxnSpPr/>
            <p:nvPr/>
          </p:nvCxnSpPr>
          <p:spPr>
            <a:xfrm>
              <a:off x="3639252" y="0"/>
              <a:ext cx="0" cy="6858000"/>
            </a:xfrm>
            <a:prstGeom prst="straightConnector1">
              <a:avLst/>
            </a:prstGeom>
            <a:noFill/>
            <a:ln w="9525" cap="flat" cmpd="sng">
              <a:solidFill>
                <a:srgbClr val="FF0066"/>
              </a:solidFill>
              <a:prstDash val="dash"/>
              <a:round/>
              <a:headEnd type="none" w="sm" len="sm"/>
              <a:tailEnd type="none" w="sm" len="sm"/>
            </a:ln>
          </p:spPr>
        </p:cxnSp>
        <p:cxnSp>
          <p:nvCxnSpPr>
            <p:cNvPr id="89" name="Google Shape;89;p12"/>
            <p:cNvCxnSpPr/>
            <p:nvPr/>
          </p:nvCxnSpPr>
          <p:spPr>
            <a:xfrm>
              <a:off x="3829078" y="0"/>
              <a:ext cx="0" cy="6858000"/>
            </a:xfrm>
            <a:prstGeom prst="straightConnector1">
              <a:avLst/>
            </a:prstGeom>
            <a:noFill/>
            <a:ln w="9525" cap="flat" cmpd="sng">
              <a:solidFill>
                <a:srgbClr val="FF0066"/>
              </a:solidFill>
              <a:prstDash val="dash"/>
              <a:round/>
              <a:headEnd type="none" w="sm" len="sm"/>
              <a:tailEnd type="none" w="sm" len="sm"/>
            </a:ln>
          </p:spPr>
        </p:cxnSp>
        <p:cxnSp>
          <p:nvCxnSpPr>
            <p:cNvPr id="90" name="Google Shape;90;p12"/>
            <p:cNvCxnSpPr/>
            <p:nvPr/>
          </p:nvCxnSpPr>
          <p:spPr>
            <a:xfrm>
              <a:off x="4478749" y="0"/>
              <a:ext cx="0" cy="6858000"/>
            </a:xfrm>
            <a:prstGeom prst="straightConnector1">
              <a:avLst/>
            </a:prstGeom>
            <a:noFill/>
            <a:ln w="9525" cap="flat" cmpd="sng">
              <a:solidFill>
                <a:srgbClr val="FF0066"/>
              </a:solidFill>
              <a:prstDash val="dash"/>
              <a:round/>
              <a:headEnd type="none" w="sm" len="sm"/>
              <a:tailEnd type="none" w="sm" len="sm"/>
            </a:ln>
          </p:spPr>
        </p:cxnSp>
        <p:cxnSp>
          <p:nvCxnSpPr>
            <p:cNvPr id="91" name="Google Shape;91;p12"/>
            <p:cNvCxnSpPr/>
            <p:nvPr/>
          </p:nvCxnSpPr>
          <p:spPr>
            <a:xfrm>
              <a:off x="4670334" y="0"/>
              <a:ext cx="0" cy="6858000"/>
            </a:xfrm>
            <a:prstGeom prst="straightConnector1">
              <a:avLst/>
            </a:prstGeom>
            <a:noFill/>
            <a:ln w="9525" cap="flat" cmpd="sng">
              <a:solidFill>
                <a:srgbClr val="FF0066"/>
              </a:solidFill>
              <a:prstDash val="dash"/>
              <a:round/>
              <a:headEnd type="none" w="sm" len="sm"/>
              <a:tailEnd type="none" w="sm" len="sm"/>
            </a:ln>
          </p:spPr>
        </p:cxnSp>
        <p:cxnSp>
          <p:nvCxnSpPr>
            <p:cNvPr id="92" name="Google Shape;92;p12"/>
            <p:cNvCxnSpPr/>
            <p:nvPr/>
          </p:nvCxnSpPr>
          <p:spPr>
            <a:xfrm>
              <a:off x="5324108" y="0"/>
              <a:ext cx="0" cy="6858000"/>
            </a:xfrm>
            <a:prstGeom prst="straightConnector1">
              <a:avLst/>
            </a:prstGeom>
            <a:noFill/>
            <a:ln w="9525" cap="flat" cmpd="sng">
              <a:solidFill>
                <a:srgbClr val="FF0066"/>
              </a:solidFill>
              <a:prstDash val="dash"/>
              <a:round/>
              <a:headEnd type="none" w="sm" len="sm"/>
              <a:tailEnd type="none" w="sm" len="sm"/>
            </a:ln>
          </p:spPr>
        </p:cxnSp>
        <p:cxnSp>
          <p:nvCxnSpPr>
            <p:cNvPr id="93" name="Google Shape;93;p12"/>
            <p:cNvCxnSpPr/>
            <p:nvPr/>
          </p:nvCxnSpPr>
          <p:spPr>
            <a:xfrm>
              <a:off x="5512762" y="0"/>
              <a:ext cx="0" cy="6858000"/>
            </a:xfrm>
            <a:prstGeom prst="straightConnector1">
              <a:avLst/>
            </a:prstGeom>
            <a:noFill/>
            <a:ln w="9525" cap="flat" cmpd="sng">
              <a:solidFill>
                <a:srgbClr val="FF0066"/>
              </a:solidFill>
              <a:prstDash val="dash"/>
              <a:round/>
              <a:headEnd type="none" w="sm" len="sm"/>
              <a:tailEnd type="none" w="sm" len="sm"/>
            </a:ln>
          </p:spPr>
        </p:cxnSp>
        <p:cxnSp>
          <p:nvCxnSpPr>
            <p:cNvPr id="94" name="Google Shape;94;p12"/>
            <p:cNvCxnSpPr/>
            <p:nvPr/>
          </p:nvCxnSpPr>
          <p:spPr>
            <a:xfrm>
              <a:off x="6166536" y="0"/>
              <a:ext cx="0" cy="6858000"/>
            </a:xfrm>
            <a:prstGeom prst="straightConnector1">
              <a:avLst/>
            </a:prstGeom>
            <a:noFill/>
            <a:ln w="9525" cap="flat" cmpd="sng">
              <a:solidFill>
                <a:srgbClr val="FF0066"/>
              </a:solidFill>
              <a:prstDash val="dash"/>
              <a:round/>
              <a:headEnd type="none" w="sm" len="sm"/>
              <a:tailEnd type="none" w="sm" len="sm"/>
            </a:ln>
          </p:spPr>
        </p:cxnSp>
        <p:cxnSp>
          <p:nvCxnSpPr>
            <p:cNvPr id="95" name="Google Shape;95;p12"/>
            <p:cNvCxnSpPr/>
            <p:nvPr/>
          </p:nvCxnSpPr>
          <p:spPr>
            <a:xfrm>
              <a:off x="6355190" y="0"/>
              <a:ext cx="0" cy="6858000"/>
            </a:xfrm>
            <a:prstGeom prst="straightConnector1">
              <a:avLst/>
            </a:prstGeom>
            <a:noFill/>
            <a:ln w="9525" cap="flat" cmpd="sng">
              <a:solidFill>
                <a:srgbClr val="FF0066"/>
              </a:solidFill>
              <a:prstDash val="dash"/>
              <a:round/>
              <a:headEnd type="none" w="sm" len="sm"/>
              <a:tailEnd type="none" w="sm" len="sm"/>
            </a:ln>
          </p:spPr>
        </p:cxnSp>
        <p:cxnSp>
          <p:nvCxnSpPr>
            <p:cNvPr id="96" name="Google Shape;96;p12"/>
            <p:cNvCxnSpPr/>
            <p:nvPr/>
          </p:nvCxnSpPr>
          <p:spPr>
            <a:xfrm>
              <a:off x="7008964" y="0"/>
              <a:ext cx="0" cy="6858000"/>
            </a:xfrm>
            <a:prstGeom prst="straightConnector1">
              <a:avLst/>
            </a:prstGeom>
            <a:noFill/>
            <a:ln w="9525" cap="flat" cmpd="sng">
              <a:solidFill>
                <a:srgbClr val="FF0066"/>
              </a:solidFill>
              <a:prstDash val="dash"/>
              <a:round/>
              <a:headEnd type="none" w="sm" len="sm"/>
              <a:tailEnd type="none" w="sm" len="sm"/>
            </a:ln>
          </p:spPr>
        </p:cxnSp>
        <p:cxnSp>
          <p:nvCxnSpPr>
            <p:cNvPr id="97" name="Google Shape;97;p12"/>
            <p:cNvCxnSpPr/>
            <p:nvPr/>
          </p:nvCxnSpPr>
          <p:spPr>
            <a:xfrm>
              <a:off x="7197618" y="0"/>
              <a:ext cx="0" cy="6858000"/>
            </a:xfrm>
            <a:prstGeom prst="straightConnector1">
              <a:avLst/>
            </a:prstGeom>
            <a:noFill/>
            <a:ln w="9525" cap="flat" cmpd="sng">
              <a:solidFill>
                <a:srgbClr val="FF0066"/>
              </a:solidFill>
              <a:prstDash val="dash"/>
              <a:round/>
              <a:headEnd type="none" w="sm" len="sm"/>
              <a:tailEnd type="none" w="sm" len="sm"/>
            </a:ln>
          </p:spPr>
        </p:cxnSp>
        <p:cxnSp>
          <p:nvCxnSpPr>
            <p:cNvPr id="98" name="Google Shape;98;p12"/>
            <p:cNvCxnSpPr/>
            <p:nvPr/>
          </p:nvCxnSpPr>
          <p:spPr>
            <a:xfrm>
              <a:off x="7851392" y="0"/>
              <a:ext cx="0" cy="6858000"/>
            </a:xfrm>
            <a:prstGeom prst="straightConnector1">
              <a:avLst/>
            </a:prstGeom>
            <a:noFill/>
            <a:ln w="9525" cap="flat" cmpd="sng">
              <a:solidFill>
                <a:srgbClr val="FF0066"/>
              </a:solidFill>
              <a:prstDash val="dash"/>
              <a:round/>
              <a:headEnd type="none" w="sm" len="sm"/>
              <a:tailEnd type="none" w="sm" len="sm"/>
            </a:ln>
          </p:spPr>
        </p:cxnSp>
        <p:cxnSp>
          <p:nvCxnSpPr>
            <p:cNvPr id="99" name="Google Shape;99;p12"/>
            <p:cNvCxnSpPr/>
            <p:nvPr/>
          </p:nvCxnSpPr>
          <p:spPr>
            <a:xfrm>
              <a:off x="8040049" y="0"/>
              <a:ext cx="0" cy="6858000"/>
            </a:xfrm>
            <a:prstGeom prst="straightConnector1">
              <a:avLst/>
            </a:prstGeom>
            <a:noFill/>
            <a:ln w="9525" cap="flat" cmpd="sng">
              <a:solidFill>
                <a:srgbClr val="FF0066"/>
              </a:solidFill>
              <a:prstDash val="dash"/>
              <a:round/>
              <a:headEnd type="none" w="sm" len="sm"/>
              <a:tailEnd type="none" w="sm" len="sm"/>
            </a:ln>
          </p:spPr>
        </p:cxnSp>
        <p:cxnSp>
          <p:nvCxnSpPr>
            <p:cNvPr id="100" name="Google Shape;100;p12"/>
            <p:cNvCxnSpPr/>
            <p:nvPr/>
          </p:nvCxnSpPr>
          <p:spPr>
            <a:xfrm>
              <a:off x="0" y="457200"/>
              <a:ext cx="9144000" cy="0"/>
            </a:xfrm>
            <a:prstGeom prst="straightConnector1">
              <a:avLst/>
            </a:prstGeom>
            <a:noFill/>
            <a:ln w="9525" cap="flat" cmpd="sng">
              <a:solidFill>
                <a:srgbClr val="FF0066"/>
              </a:solidFill>
              <a:prstDash val="dash"/>
              <a:round/>
              <a:headEnd type="none" w="sm" len="sm"/>
              <a:tailEnd type="none" w="sm" len="sm"/>
            </a:ln>
          </p:spPr>
        </p:cxnSp>
        <p:cxnSp>
          <p:nvCxnSpPr>
            <p:cNvPr id="101" name="Google Shape;101;p12"/>
            <p:cNvCxnSpPr/>
            <p:nvPr/>
          </p:nvCxnSpPr>
          <p:spPr>
            <a:xfrm>
              <a:off x="0" y="685800"/>
              <a:ext cx="9144000" cy="0"/>
            </a:xfrm>
            <a:prstGeom prst="straightConnector1">
              <a:avLst/>
            </a:prstGeom>
            <a:noFill/>
            <a:ln w="9525" cap="flat" cmpd="sng">
              <a:solidFill>
                <a:srgbClr val="FF0066"/>
              </a:solidFill>
              <a:prstDash val="dash"/>
              <a:round/>
              <a:headEnd type="none" w="sm" len="sm"/>
              <a:tailEnd type="none" w="sm" len="sm"/>
            </a:ln>
          </p:spPr>
        </p:cxnSp>
        <p:cxnSp>
          <p:nvCxnSpPr>
            <p:cNvPr id="102" name="Google Shape;102;p12"/>
            <p:cNvCxnSpPr/>
            <p:nvPr/>
          </p:nvCxnSpPr>
          <p:spPr>
            <a:xfrm>
              <a:off x="0" y="6178550"/>
              <a:ext cx="9144000" cy="0"/>
            </a:xfrm>
            <a:prstGeom prst="straightConnector1">
              <a:avLst/>
            </a:prstGeom>
            <a:noFill/>
            <a:ln w="9525" cap="flat" cmpd="sng">
              <a:solidFill>
                <a:srgbClr val="FF0066"/>
              </a:solidFill>
              <a:prstDash val="dash"/>
              <a:round/>
              <a:headEnd type="none" w="sm" len="sm"/>
              <a:tailEnd type="none" w="sm" len="sm"/>
            </a:ln>
          </p:spPr>
        </p:cxnSp>
        <p:cxnSp>
          <p:nvCxnSpPr>
            <p:cNvPr id="103" name="Google Shape;103;p12"/>
            <p:cNvCxnSpPr/>
            <p:nvPr/>
          </p:nvCxnSpPr>
          <p:spPr>
            <a:xfrm>
              <a:off x="0" y="6407150"/>
              <a:ext cx="9144000" cy="0"/>
            </a:xfrm>
            <a:prstGeom prst="straightConnector1">
              <a:avLst/>
            </a:prstGeom>
            <a:noFill/>
            <a:ln w="9525" cap="flat" cmpd="sng">
              <a:solidFill>
                <a:srgbClr val="FF0066"/>
              </a:solidFill>
              <a:prstDash val="dash"/>
              <a:round/>
              <a:headEnd type="none" w="sm" len="sm"/>
              <a:tailEnd type="none" w="sm" len="sm"/>
            </a:ln>
          </p:spPr>
        </p:cxnSp>
        <p:cxnSp>
          <p:nvCxnSpPr>
            <p:cNvPr id="104" name="Google Shape;104;p12"/>
            <p:cNvCxnSpPr/>
            <p:nvPr/>
          </p:nvCxnSpPr>
          <p:spPr>
            <a:xfrm rot="10800000">
              <a:off x="0" y="3429000"/>
              <a:ext cx="9144000" cy="0"/>
            </a:xfrm>
            <a:prstGeom prst="straightConnector1">
              <a:avLst/>
            </a:prstGeom>
            <a:noFill/>
            <a:ln w="9525" cap="flat" cmpd="sng">
              <a:solidFill>
                <a:srgbClr val="FF0066"/>
              </a:solidFill>
              <a:prstDash val="dash"/>
              <a:round/>
              <a:headEnd type="none" w="sm" len="sm"/>
              <a:tailEnd type="none" w="sm" len="sm"/>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685800"/>
            <a:ext cx="3182052" cy="1228028"/>
          </a:xfrm>
          <a:prstGeom prst="rect">
            <a:avLst/>
          </a:prstGeom>
          <a:noFill/>
          <a:ln>
            <a:noFill/>
          </a:ln>
        </p:spPr>
        <p:txBody>
          <a:bodyPr spcFirstLastPara="1" wrap="square" lIns="0" tIns="0" rIns="0" bIns="0" anchor="t" anchorCtr="0">
            <a:noAutofit/>
          </a:bodyPr>
          <a:lstStyle>
            <a:lvl1pPr marR="0" lvl="0" algn="l" rtl="0">
              <a:lnSpc>
                <a:spcPct val="95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3829078" y="685800"/>
            <a:ext cx="4857722" cy="5492750"/>
          </a:xfrm>
          <a:prstGeom prst="rect">
            <a:avLst/>
          </a:prstGeom>
          <a:noFill/>
          <a:ln>
            <a:noFill/>
          </a:ln>
        </p:spPr>
        <p:txBody>
          <a:bodyPr spcFirstLastPara="1" wrap="square" lIns="0" tIns="0" rIns="0" bIns="0" anchor="t" anchorCtr="0">
            <a:noAutofit/>
          </a:bodyPr>
          <a:lstStyle>
            <a:lvl1pPr marL="457200" marR="0" lvl="0" indent="-323850" algn="l" rtl="0">
              <a:lnSpc>
                <a:spcPct val="120000"/>
              </a:lnSpc>
              <a:spcBef>
                <a:spcPts val="600"/>
              </a:spcBef>
              <a:spcAft>
                <a:spcPts val="0"/>
              </a:spcAft>
              <a:buClr>
                <a:schemeClr val="accent1"/>
              </a:buClr>
              <a:buSzPts val="1500"/>
              <a:buFont typeface="Arial"/>
              <a:buChar char="​"/>
              <a:defRPr sz="1500" b="0" i="1" u="none" strike="noStrike" cap="none">
                <a:solidFill>
                  <a:schemeClr val="accent1"/>
                </a:solidFill>
                <a:latin typeface="Corbel"/>
                <a:ea typeface="Corbel"/>
                <a:cs typeface="Corbel"/>
                <a:sym typeface="Corbel"/>
              </a:defRPr>
            </a:lvl1pPr>
            <a:lvl2pPr marL="914400" marR="0" lvl="1" indent="-323850" algn="l" rtl="0">
              <a:lnSpc>
                <a:spcPct val="100000"/>
              </a:lnSpc>
              <a:spcBef>
                <a:spcPts val="1200"/>
              </a:spcBef>
              <a:spcAft>
                <a:spcPts val="0"/>
              </a:spcAft>
              <a:buClr>
                <a:schemeClr val="dk2"/>
              </a:buClr>
              <a:buSzPts val="1500"/>
              <a:buFont typeface="Arial"/>
              <a:buChar char="​"/>
              <a:defRPr sz="1500" b="0" i="1" u="none" strike="noStrike" cap="none">
                <a:solidFill>
                  <a:schemeClr val="dk2"/>
                </a:solidFill>
                <a:latin typeface="Corbel"/>
                <a:ea typeface="Corbel"/>
                <a:cs typeface="Corbel"/>
                <a:sym typeface="Corbel"/>
              </a:defRPr>
            </a:lvl2pPr>
            <a:lvl3pPr marL="1371600" marR="0" lvl="2" indent="-298450" algn="l" rtl="0">
              <a:lnSpc>
                <a:spcPct val="110000"/>
              </a:lnSpc>
              <a:spcBef>
                <a:spcPts val="600"/>
              </a:spcBef>
              <a:spcAft>
                <a:spcPts val="0"/>
              </a:spcAft>
              <a:buClr>
                <a:schemeClr val="accent4"/>
              </a:buClr>
              <a:buSzPts val="1100"/>
              <a:buFont typeface="Arial"/>
              <a:buChar char="​"/>
              <a:defRPr sz="1100" b="1" i="0" u="none" strike="noStrike" cap="none">
                <a:solidFill>
                  <a:schemeClr val="accent4"/>
                </a:solidFill>
                <a:latin typeface="Arial"/>
                <a:ea typeface="Arial"/>
                <a:cs typeface="Arial"/>
                <a:sym typeface="Arial"/>
              </a:defRPr>
            </a:lvl3pPr>
            <a:lvl4pPr marL="1828800" marR="0" lvl="3" indent="-298450" algn="l" rtl="0">
              <a:lnSpc>
                <a:spcPct val="114000"/>
              </a:lnSpc>
              <a:spcBef>
                <a:spcPts val="600"/>
              </a:spcBef>
              <a:spcAft>
                <a:spcPts val="0"/>
              </a:spcAft>
              <a:buClr>
                <a:schemeClr val="dk2"/>
              </a:buClr>
              <a:buSzPts val="1100"/>
              <a:buFont typeface="Arial"/>
              <a:buChar char="​"/>
              <a:defRPr sz="1100" b="0" i="0" u="none" strike="noStrike" cap="none">
                <a:solidFill>
                  <a:schemeClr val="dk2"/>
                </a:solidFill>
                <a:latin typeface="Arial"/>
                <a:ea typeface="Arial"/>
                <a:cs typeface="Arial"/>
                <a:sym typeface="Arial"/>
              </a:defRPr>
            </a:lvl4pPr>
            <a:lvl5pPr marL="2286000" marR="0" lvl="4" indent="-298450" algn="l" rtl="0">
              <a:lnSpc>
                <a:spcPct val="95000"/>
              </a:lnSpc>
              <a:spcBef>
                <a:spcPts val="600"/>
              </a:spcBef>
              <a:spcAft>
                <a:spcPts val="0"/>
              </a:spcAft>
              <a:buClr>
                <a:schemeClr val="dk2"/>
              </a:buClr>
              <a:buSzPts val="1100"/>
              <a:buFont typeface="Arial"/>
              <a:buChar char="•"/>
              <a:defRPr sz="1100" b="0" i="0" u="none" strike="noStrike" cap="none">
                <a:solidFill>
                  <a:schemeClr val="dk2"/>
                </a:solidFill>
                <a:latin typeface="Arial"/>
                <a:ea typeface="Arial"/>
                <a:cs typeface="Arial"/>
                <a:sym typeface="Arial"/>
              </a:defRPr>
            </a:lvl5pPr>
            <a:lvl6pPr marL="2743200" marR="0" lvl="5" indent="-298450" algn="l" rtl="0">
              <a:lnSpc>
                <a:spcPct val="85000"/>
              </a:lnSpc>
              <a:spcBef>
                <a:spcPts val="600"/>
              </a:spcBef>
              <a:spcAft>
                <a:spcPts val="0"/>
              </a:spcAft>
              <a:buClr>
                <a:schemeClr val="dk2"/>
              </a:buClr>
              <a:buSzPts val="1100"/>
              <a:buFont typeface="Arial"/>
              <a:buChar char="•"/>
              <a:defRPr sz="1100" b="0" i="0" u="none" strike="noStrike" cap="none">
                <a:solidFill>
                  <a:schemeClr val="dk2"/>
                </a:solidFill>
                <a:latin typeface="Arial"/>
                <a:ea typeface="Arial"/>
                <a:cs typeface="Arial"/>
                <a:sym typeface="Arial"/>
              </a:defRPr>
            </a:lvl6pPr>
            <a:lvl7pPr marL="3200400" marR="0" lvl="6" indent="-323850" algn="l" rtl="0">
              <a:lnSpc>
                <a:spcPct val="100000"/>
              </a:lnSpc>
              <a:spcBef>
                <a:spcPts val="600"/>
              </a:spcBef>
              <a:spcAft>
                <a:spcPts val="0"/>
              </a:spcAft>
              <a:buClr>
                <a:schemeClr val="lt2"/>
              </a:buClr>
              <a:buSzPts val="1500"/>
              <a:buFont typeface="Arial"/>
              <a:buChar char="​"/>
              <a:defRPr sz="1500" b="0" i="1" u="none" strike="noStrike" cap="none">
                <a:solidFill>
                  <a:schemeClr val="lt2"/>
                </a:solidFill>
                <a:latin typeface="Corbel"/>
                <a:ea typeface="Corbel"/>
                <a:cs typeface="Corbel"/>
                <a:sym typeface="Corbel"/>
              </a:defRPr>
            </a:lvl7pPr>
            <a:lvl8pPr marL="3657600" marR="0" lvl="7" indent="-298450" algn="l" rtl="0">
              <a:lnSpc>
                <a:spcPct val="100000"/>
              </a:lnSpc>
              <a:spcBef>
                <a:spcPts val="600"/>
              </a:spcBef>
              <a:spcAft>
                <a:spcPts val="0"/>
              </a:spcAft>
              <a:buClr>
                <a:schemeClr val="lt2"/>
              </a:buClr>
              <a:buSzPts val="1100"/>
              <a:buFont typeface="Arial"/>
              <a:buChar char="•"/>
              <a:defRPr sz="1100" b="0" i="0" u="none" strike="noStrike" cap="none">
                <a:solidFill>
                  <a:schemeClr val="lt2"/>
                </a:solidFill>
                <a:latin typeface="Corbel"/>
                <a:ea typeface="Corbel"/>
                <a:cs typeface="Corbel"/>
                <a:sym typeface="Corbel"/>
              </a:defRPr>
            </a:lvl8pPr>
            <a:lvl9pPr marL="4114800" marR="0" lvl="8" indent="-298450" algn="l" rtl="0">
              <a:lnSpc>
                <a:spcPct val="100000"/>
              </a:lnSpc>
              <a:spcBef>
                <a:spcPts val="600"/>
              </a:spcBef>
              <a:spcAft>
                <a:spcPts val="600"/>
              </a:spcAft>
              <a:buClr>
                <a:schemeClr val="lt2"/>
              </a:buClr>
              <a:buSzPts val="1100"/>
              <a:buFont typeface="Arial"/>
              <a:buChar char="•"/>
              <a:defRPr sz="1100" b="0" i="0" u="none" strike="noStrike" cap="none">
                <a:solidFill>
                  <a:schemeClr val="lt2"/>
                </a:solidFill>
                <a:latin typeface="Corbel"/>
                <a:ea typeface="Corbel"/>
                <a:cs typeface="Corbel"/>
                <a:sym typeface="Corbel"/>
              </a:defRPr>
            </a:lvl9pPr>
          </a:lstStyle>
          <a:p>
            <a:endParaRPr/>
          </a:p>
        </p:txBody>
      </p:sp>
      <p:cxnSp>
        <p:nvCxnSpPr>
          <p:cNvPr id="12" name="Google Shape;12;p1"/>
          <p:cNvCxnSpPr/>
          <p:nvPr/>
        </p:nvCxnSpPr>
        <p:spPr>
          <a:xfrm>
            <a:off x="457200" y="460057"/>
            <a:ext cx="3182052" cy="0"/>
          </a:xfrm>
          <a:prstGeom prst="straightConnector1">
            <a:avLst/>
          </a:prstGeom>
          <a:noFill/>
          <a:ln w="12700" cap="flat" cmpd="sng">
            <a:solidFill>
              <a:schemeClr val="dk2"/>
            </a:solidFill>
            <a:prstDash val="solid"/>
            <a:bevel/>
            <a:headEnd type="none" w="sm" len="sm"/>
            <a:tailEnd type="none" w="sm" len="sm"/>
          </a:ln>
        </p:spPr>
      </p:cxnSp>
      <p:cxnSp>
        <p:nvCxnSpPr>
          <p:cNvPr id="13" name="Google Shape;13;p1"/>
          <p:cNvCxnSpPr/>
          <p:nvPr/>
        </p:nvCxnSpPr>
        <p:spPr>
          <a:xfrm>
            <a:off x="3829078" y="460057"/>
            <a:ext cx="4857722" cy="0"/>
          </a:xfrm>
          <a:prstGeom prst="straightConnector1">
            <a:avLst/>
          </a:prstGeom>
          <a:noFill/>
          <a:ln w="12700" cap="flat" cmpd="sng">
            <a:solidFill>
              <a:schemeClr val="dk2"/>
            </a:solidFill>
            <a:prstDash val="solid"/>
            <a:bevel/>
            <a:headEnd type="none" w="sm" len="sm"/>
            <a:tailEnd type="none" w="sm" len="sm"/>
          </a:ln>
        </p:spPr>
      </p:cxnSp>
      <p:sp>
        <p:nvSpPr>
          <p:cNvPr id="14" name="Google Shape;14;p1"/>
          <p:cNvSpPr txBox="1"/>
          <p:nvPr/>
        </p:nvSpPr>
        <p:spPr>
          <a:xfrm>
            <a:off x="8561766" y="6397715"/>
            <a:ext cx="125034" cy="123111"/>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lt2"/>
                </a:solidFill>
                <a:latin typeface="Arial"/>
                <a:ea typeface="Arial"/>
                <a:cs typeface="Arial"/>
                <a:sym typeface="Arial"/>
              </a:rPr>
              <a:t>‹#›</a:t>
            </a:fld>
            <a:endParaRPr sz="800" b="0" i="0" u="none" strike="noStrike" cap="none">
              <a:solidFill>
                <a:schemeClr val="lt2"/>
              </a:solidFill>
              <a:latin typeface="Arial"/>
              <a:ea typeface="Arial"/>
              <a:cs typeface="Arial"/>
              <a:sym typeface="Arial"/>
            </a:endParaRPr>
          </a:p>
        </p:txBody>
      </p:sp>
      <p:sp>
        <p:nvSpPr>
          <p:cNvPr id="15" name="Google Shape;15;p1"/>
          <p:cNvSpPr txBox="1"/>
          <p:nvPr/>
        </p:nvSpPr>
        <p:spPr>
          <a:xfrm>
            <a:off x="8331889" y="6397715"/>
            <a:ext cx="24045" cy="123111"/>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chemeClr val="lt2"/>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E44"/>
        </a:solidFill>
        <a:effectLst/>
      </p:bgPr>
    </p:bg>
    <p:spTree>
      <p:nvGrpSpPr>
        <p:cNvPr id="1" name="Shape 108"/>
        <p:cNvGrpSpPr/>
        <p:nvPr/>
      </p:nvGrpSpPr>
      <p:grpSpPr>
        <a:xfrm>
          <a:off x="0" y="0"/>
          <a:ext cx="0" cy="0"/>
          <a:chOff x="0" y="0"/>
          <a:chExt cx="0" cy="0"/>
        </a:xfrm>
      </p:grpSpPr>
      <p:sp>
        <p:nvSpPr>
          <p:cNvPr id="109" name="Google Shape;109;p13"/>
          <p:cNvSpPr txBox="1">
            <a:spLocks noGrp="1"/>
          </p:cNvSpPr>
          <p:nvPr>
            <p:ph type="ctrTitle"/>
          </p:nvPr>
        </p:nvSpPr>
        <p:spPr>
          <a:xfrm>
            <a:off x="323145" y="358924"/>
            <a:ext cx="8754518" cy="212140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FFFFFF"/>
              </a:buClr>
              <a:buSzPts val="4800"/>
              <a:buFont typeface="Raleway"/>
              <a:buNone/>
            </a:pPr>
            <a:r>
              <a:rPr lang="en-US" sz="4800" b="0">
                <a:solidFill>
                  <a:srgbClr val="FFFFFF"/>
                </a:solidFill>
                <a:latin typeface="Raleway"/>
                <a:ea typeface="Raleway"/>
                <a:cs typeface="Raleway"/>
                <a:sym typeface="Raleway"/>
              </a:rPr>
              <a:t>AI AND LEGAL RESEARCH</a:t>
            </a:r>
            <a:br>
              <a:rPr lang="en-US" sz="4800" b="0">
                <a:solidFill>
                  <a:srgbClr val="FFFFFF"/>
                </a:solidFill>
                <a:latin typeface="Raleway"/>
                <a:ea typeface="Raleway"/>
                <a:cs typeface="Raleway"/>
                <a:sym typeface="Raleway"/>
              </a:rPr>
            </a:br>
            <a:br>
              <a:rPr lang="en-US" sz="4800" b="0">
                <a:solidFill>
                  <a:srgbClr val="FFFFFF"/>
                </a:solidFill>
                <a:latin typeface="Raleway"/>
                <a:ea typeface="Raleway"/>
                <a:cs typeface="Raleway"/>
                <a:sym typeface="Raleway"/>
              </a:rPr>
            </a:br>
            <a:br>
              <a:rPr lang="en-US" sz="1400" b="0" cap="none">
                <a:solidFill>
                  <a:srgbClr val="FFFFFF"/>
                </a:solidFill>
                <a:latin typeface="Raleway"/>
                <a:ea typeface="Raleway"/>
                <a:cs typeface="Raleway"/>
                <a:sym typeface="Raleway"/>
              </a:rPr>
            </a:br>
            <a:br>
              <a:rPr lang="en-US" sz="3500" b="0" cap="none">
                <a:solidFill>
                  <a:srgbClr val="FFFFFF"/>
                </a:solidFill>
                <a:latin typeface="Raleway"/>
                <a:ea typeface="Raleway"/>
                <a:cs typeface="Raleway"/>
                <a:sym typeface="Raleway"/>
              </a:rPr>
            </a:br>
            <a:br>
              <a:rPr lang="en-US" sz="3500" b="0" cap="none">
                <a:solidFill>
                  <a:srgbClr val="FFFFFF"/>
                </a:solidFill>
                <a:latin typeface="Raleway"/>
                <a:ea typeface="Raleway"/>
                <a:cs typeface="Raleway"/>
                <a:sym typeface="Raleway"/>
              </a:rPr>
            </a:br>
            <a:br>
              <a:rPr lang="en-US" sz="3500" b="0" cap="none">
                <a:solidFill>
                  <a:srgbClr val="FFFFFF"/>
                </a:solidFill>
                <a:latin typeface="Raleway"/>
                <a:ea typeface="Raleway"/>
                <a:cs typeface="Raleway"/>
                <a:sym typeface="Raleway"/>
              </a:rPr>
            </a:br>
            <a:endParaRPr sz="2400" b="0" cap="none">
              <a:solidFill>
                <a:srgbClr val="FFFFFF"/>
              </a:solidFill>
              <a:latin typeface="Open Sans"/>
              <a:ea typeface="Open Sans"/>
              <a:cs typeface="Open Sans"/>
              <a:sym typeface="Open Sans"/>
            </a:endParaRPr>
          </a:p>
        </p:txBody>
      </p:sp>
      <p:pic>
        <p:nvPicPr>
          <p:cNvPr id="110" name="Google Shape;110;p13">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5034920" y="1801514"/>
            <a:ext cx="3467257" cy="3259439"/>
          </a:xfrm>
          <a:prstGeom prst="rect">
            <a:avLst/>
          </a:prstGeom>
          <a:noFill/>
          <a:ln>
            <a:noFill/>
          </a:ln>
        </p:spPr>
      </p:pic>
      <p:sp>
        <p:nvSpPr>
          <p:cNvPr id="111" name="Google Shape;111;p13"/>
          <p:cNvSpPr txBox="1"/>
          <p:nvPr/>
        </p:nvSpPr>
        <p:spPr>
          <a:xfrm>
            <a:off x="427054" y="2433832"/>
            <a:ext cx="4514369" cy="16311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2000" b="0" i="0" u="none" strike="noStrike" cap="none">
                <a:solidFill>
                  <a:srgbClr val="FFFFFF"/>
                </a:solidFill>
                <a:ea typeface="Open Sans"/>
                <a:sym typeface="Open Sans"/>
              </a:rPr>
              <a:t>Professor [name]</a:t>
            </a:r>
            <a:endParaRPr lang="en-US" sz="2000" b="0" i="0" u="none" strike="noStrike" cap="none">
              <a:solidFill>
                <a:srgbClr val="000000"/>
              </a:solidFill>
            </a:endParaRPr>
          </a:p>
          <a:p>
            <a:pPr marL="0" marR="0" lvl="0" indent="0" algn="l" rtl="0">
              <a:lnSpc>
                <a:spcPct val="100000"/>
              </a:lnSpc>
              <a:spcBef>
                <a:spcPts val="0"/>
              </a:spcBef>
              <a:spcAft>
                <a:spcPts val="0"/>
              </a:spcAft>
              <a:buClr>
                <a:srgbClr val="000000"/>
              </a:buClr>
              <a:buSzPts val="1200"/>
              <a:buFont typeface="Arial"/>
              <a:buNone/>
            </a:pPr>
            <a:r>
              <a:rPr lang="en-US" sz="2000" b="0" i="0" u="none" strike="noStrike" cap="none">
                <a:solidFill>
                  <a:srgbClr val="FFFFFF"/>
                </a:solidFill>
                <a:ea typeface="Open Sans"/>
                <a:sym typeface="Open Sans"/>
              </a:rPr>
              <a:t>[your email address]</a:t>
            </a:r>
            <a:endParaRPr sz="2000" b="0" i="0" u="none" strike="noStrike" cap="none">
              <a:solidFill>
                <a:srgbClr val="000000"/>
              </a:solidFill>
            </a:endParaRPr>
          </a:p>
          <a:p>
            <a:pPr>
              <a:buSzPts val="1200"/>
            </a:pPr>
            <a:r>
              <a:rPr lang="en-US" sz="2000">
                <a:solidFill>
                  <a:srgbClr val="FFFFFF"/>
                </a:solidFill>
                <a:ea typeface="Open Sans"/>
                <a:sym typeface="Open Sans"/>
              </a:rPr>
              <a:t>[Day] [time] | [first class] - [last class]</a:t>
            </a:r>
            <a:endParaRPr sz="2000" b="0" i="0" u="none" strike="noStrike" cap="none">
              <a:solidFill>
                <a:srgbClr val="000000"/>
              </a:solidFill>
            </a:endParaRPr>
          </a:p>
          <a:p>
            <a:pPr marL="0" marR="0" lvl="0" indent="0" algn="l" rtl="0">
              <a:lnSpc>
                <a:spcPct val="100000"/>
              </a:lnSpc>
              <a:spcBef>
                <a:spcPts val="0"/>
              </a:spcBef>
              <a:spcAft>
                <a:spcPts val="0"/>
              </a:spcAft>
              <a:buClr>
                <a:srgbClr val="000000"/>
              </a:buClr>
              <a:buSzPts val="1200"/>
              <a:buFont typeface="Arial"/>
              <a:buNone/>
            </a:pPr>
            <a:r>
              <a:rPr lang="en-US" sz="2000" b="0" i="0" u="none" strike="noStrike" cap="none">
                <a:solidFill>
                  <a:srgbClr val="FFFFFF"/>
                </a:solidFill>
                <a:ea typeface="Open Sans"/>
                <a:sym typeface="Open Sans"/>
              </a:rPr>
              <a:t>[Term]</a:t>
            </a:r>
            <a:endParaRPr sz="2000" b="0" i="1" u="none" strike="noStrike" cap="none">
              <a:solidFill>
                <a:srgbClr val="000000"/>
              </a:solidFill>
            </a:endParaRPr>
          </a:p>
        </p:txBody>
      </p:sp>
      <p:sp>
        <p:nvSpPr>
          <p:cNvPr id="112" name="Google Shape;112;p13"/>
          <p:cNvSpPr txBox="1"/>
          <p:nvPr/>
        </p:nvSpPr>
        <p:spPr>
          <a:xfrm>
            <a:off x="325708" y="5446083"/>
            <a:ext cx="7203248" cy="1192055"/>
          </a:xfrm>
          <a:prstGeom prst="rect">
            <a:avLst/>
          </a:prstGeom>
          <a:noFill/>
          <a:ln w="9525" cap="flat" cmpd="sng">
            <a:solidFill>
              <a:srgbClr val="FFFFFF">
                <a:alpha val="45098"/>
              </a:srgbClr>
            </a:solidFill>
            <a:prstDash val="solid"/>
            <a:round/>
            <a:headEnd type="none" w="sm" len="sm"/>
            <a:tailEnd type="none" w="sm" len="sm"/>
          </a:ln>
        </p:spPr>
        <p:txBody>
          <a:bodyPr spcFirstLastPara="1" wrap="square" lIns="109725" tIns="82275" rIns="109725" bIns="82275" anchor="ctr" anchorCtr="0">
            <a:noAutofit/>
          </a:bodyPr>
          <a:lstStyle/>
          <a:p>
            <a:pPr marL="0" marR="0" lvl="0" indent="0" algn="l" rtl="0">
              <a:lnSpc>
                <a:spcPct val="110000"/>
              </a:lnSpc>
              <a:spcBef>
                <a:spcPts val="0"/>
              </a:spcBef>
              <a:spcAft>
                <a:spcPts val="0"/>
              </a:spcAft>
              <a:buClr>
                <a:srgbClr val="000000"/>
              </a:buClr>
              <a:buSzPts val="800"/>
              <a:buFont typeface="Arial"/>
              <a:buNone/>
            </a:pPr>
            <a:r>
              <a:rPr lang="en-US" sz="2000" b="1" i="0" strike="noStrike" cap="none" dirty="0">
                <a:solidFill>
                  <a:srgbClr val="FFFFFF"/>
                </a:solidFill>
                <a:latin typeface="Raleway"/>
                <a:ea typeface="Open Sans"/>
                <a:sym typeface="Open Sans"/>
              </a:rPr>
              <a:t>Acknowledgement</a:t>
            </a:r>
            <a:endParaRPr lang="en-US" sz="2000" dirty="0">
              <a:latin typeface="Raleway"/>
            </a:endParaRPr>
          </a:p>
          <a:p>
            <a:pPr>
              <a:lnSpc>
                <a:spcPct val="110000"/>
              </a:lnSpc>
              <a:buSzPts val="800"/>
            </a:pPr>
            <a:r>
              <a:rPr lang="en-US" sz="1200" b="0" i="0" u="none" strike="noStrike" cap="none" dirty="0">
                <a:solidFill>
                  <a:srgbClr val="FFFFFF"/>
                </a:solidFill>
                <a:ea typeface="Open Sans"/>
                <a:sym typeface="Open Sans"/>
              </a:rPr>
              <a:t>This syllabus and </a:t>
            </a:r>
            <a:r>
              <a:rPr lang="en-US" sz="1200" dirty="0">
                <a:solidFill>
                  <a:srgbClr val="FFFFFF"/>
                </a:solidFill>
                <a:ea typeface="Open Sans"/>
                <a:sym typeface="Open Sans"/>
              </a:rPr>
              <a:t>other </a:t>
            </a:r>
            <a:r>
              <a:rPr lang="en-US" sz="1200" b="0" i="0" u="none" strike="noStrike" cap="none" dirty="0">
                <a:solidFill>
                  <a:srgbClr val="FFFFFF"/>
                </a:solidFill>
                <a:ea typeface="Open Sans"/>
                <a:sym typeface="Open Sans"/>
              </a:rPr>
              <a:t>course materials are adapted from: Pavuluri, Emily. “Teaching AI-Augmented Legal Research.” Version 0.1, May 2026. </a:t>
            </a:r>
            <a:r>
              <a:rPr lang="en-US" sz="1200" b="0" i="0" u="none" strike="noStrike" cap="none" dirty="0" err="1">
                <a:solidFill>
                  <a:srgbClr val="FFFFFF"/>
                </a:solidFill>
                <a:ea typeface="Open Sans"/>
                <a:sym typeface="Open Sans"/>
              </a:rPr>
              <a:t>ailegalresearch.org</a:t>
            </a:r>
            <a:r>
              <a:rPr lang="en-US" sz="1200" b="0" i="0" u="none" strike="noStrike" cap="none" dirty="0">
                <a:solidFill>
                  <a:srgbClr val="FFFFFF"/>
                </a:solidFill>
                <a:ea typeface="Open Sans"/>
                <a:sym typeface="Open Sans"/>
              </a:rPr>
              <a:t>.</a:t>
            </a:r>
            <a:r>
              <a:rPr lang="en-US" sz="1200" dirty="0">
                <a:solidFill>
                  <a:srgbClr val="FFFFFF"/>
                </a:solidFill>
                <a:ea typeface="Open Sans"/>
                <a:sym typeface="Open Sans"/>
              </a:rPr>
              <a:t> </a:t>
            </a:r>
            <a:r>
              <a:rPr lang="en-US" sz="1200" b="0" i="0" u="none" strike="noStrike" cap="none" dirty="0">
                <a:solidFill>
                  <a:srgbClr val="FFFFFF"/>
                </a:solidFill>
                <a:ea typeface="Open Sans"/>
                <a:sym typeface="Open Sans"/>
              </a:rPr>
              <a:t> CC BY-NC 4.0.</a:t>
            </a:r>
          </a:p>
          <a:p>
            <a:pPr>
              <a:lnSpc>
                <a:spcPct val="110000"/>
              </a:lnSpc>
              <a:buSzPts val="800"/>
            </a:pPr>
            <a:endParaRPr lang="en-US" sz="1200" dirty="0">
              <a:solidFill>
                <a:srgbClr val="FFFFFF"/>
              </a:solidFill>
              <a:ea typeface="Open Sans"/>
              <a:sym typeface="Open Sans"/>
            </a:endParaRPr>
          </a:p>
          <a:p>
            <a:pPr>
              <a:lnSpc>
                <a:spcPct val="110000"/>
              </a:lnSpc>
              <a:buSzPts val="800"/>
            </a:pPr>
            <a:r>
              <a:rPr lang="en-US" sz="1200" dirty="0">
                <a:solidFill>
                  <a:srgbClr val="FFFFFF"/>
                </a:solidFill>
                <a:ea typeface="Open Sans"/>
                <a:sym typeface="Open Sans"/>
              </a:rPr>
              <a:t>Icons are from the Noun Project and are not covered by the CC BY-NC 4.0 license.</a:t>
            </a:r>
            <a:endParaRPr sz="1200" dirty="0"/>
          </a:p>
        </p:txBody>
      </p:sp>
      <p:sp>
        <p:nvSpPr>
          <p:cNvPr id="2" name="TextBox 1">
            <a:extLst>
              <a:ext uri="{FF2B5EF4-FFF2-40B4-BE49-F238E27FC236}">
                <a16:creationId xmlns:a16="http://schemas.microsoft.com/office/drawing/2014/main" id="{517DB125-BB4F-9CBD-0163-20D362C93D0C}"/>
              </a:ext>
            </a:extLst>
          </p:cNvPr>
          <p:cNvSpPr txBox="1"/>
          <p:nvPr/>
        </p:nvSpPr>
        <p:spPr>
          <a:xfrm>
            <a:off x="7629114" y="6300173"/>
            <a:ext cx="135082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800" i="1">
                <a:solidFill>
                  <a:srgbClr val="FFFFFF"/>
                </a:solidFill>
                <a:cs typeface="Segoe UI"/>
              </a:rPr>
              <a:t>Subject to Revision</a:t>
            </a:r>
            <a:r>
              <a:rPr lang="en-US" sz="800">
                <a:cs typeface="Segoe UI"/>
              </a:rPr>
              <a:t>​</a:t>
            </a:r>
            <a:endParaRPr lang="en-US"/>
          </a:p>
          <a:p>
            <a:pPr algn="r"/>
            <a:r>
              <a:rPr lang="en-US" sz="800" i="1" dirty="0">
                <a:solidFill>
                  <a:srgbClr val="FFFFFF"/>
                </a:solidFill>
                <a:cs typeface="Segoe UI"/>
              </a:rPr>
              <a:t>Revised [date]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1E44"/>
        </a:solidFill>
        <a:effectLst/>
      </p:bgPr>
    </p:bg>
    <p:spTree>
      <p:nvGrpSpPr>
        <p:cNvPr id="1" name="Shape 116"/>
        <p:cNvGrpSpPr/>
        <p:nvPr/>
      </p:nvGrpSpPr>
      <p:grpSpPr>
        <a:xfrm>
          <a:off x="0" y="0"/>
          <a:ext cx="0" cy="0"/>
          <a:chOff x="0" y="0"/>
          <a:chExt cx="0" cy="0"/>
        </a:xfrm>
      </p:grpSpPr>
      <p:sp>
        <p:nvSpPr>
          <p:cNvPr id="117" name="Google Shape;117;p14"/>
          <p:cNvSpPr txBox="1">
            <a:spLocks noGrp="1"/>
          </p:cNvSpPr>
          <p:nvPr>
            <p:ph type="title"/>
          </p:nvPr>
        </p:nvSpPr>
        <p:spPr>
          <a:xfrm>
            <a:off x="517281" y="2767525"/>
            <a:ext cx="4302245" cy="1695849"/>
          </a:xfrm>
          <a:prstGeom prst="rect">
            <a:avLst/>
          </a:prstGeom>
          <a:noFill/>
          <a:ln>
            <a:noFill/>
          </a:ln>
        </p:spPr>
        <p:txBody>
          <a:bodyPr spcFirstLastPara="1" wrap="square" lIns="0" tIns="0" rIns="0" bIns="0" anchor="t" anchorCtr="0">
            <a:spAutoFit/>
          </a:bodyPr>
          <a:lstStyle/>
          <a:p>
            <a:pPr>
              <a:buClr>
                <a:schemeClr val="dk1"/>
              </a:buClr>
            </a:pPr>
            <a:r>
              <a:rPr lang="en-US" b="0">
                <a:solidFill>
                  <a:srgbClr val="FFFFFF"/>
                </a:solidFill>
                <a:latin typeface="Raleway"/>
                <a:ea typeface="Raleway"/>
                <a:cs typeface="Raleway"/>
                <a:sym typeface="Raleway"/>
              </a:rPr>
              <a:t>Schedule</a:t>
            </a:r>
            <a:br>
              <a:rPr lang="en-US" b="0" dirty="0">
                <a:solidFill>
                  <a:srgbClr val="FFFFFF"/>
                </a:solidFill>
                <a:latin typeface="Raleway"/>
                <a:ea typeface="Raleway"/>
                <a:cs typeface="Raleway"/>
                <a:sym typeface="Raleway"/>
              </a:rPr>
            </a:br>
            <a:endParaRPr/>
          </a:p>
        </p:txBody>
      </p:sp>
      <p:pic>
        <p:nvPicPr>
          <p:cNvPr id="118" name="Google Shape;118;p14">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4817919" y="1676707"/>
            <a:ext cx="3504586" cy="350458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5"/>
          <p:cNvSpPr txBox="1">
            <a:spLocks noGrp="1"/>
          </p:cNvSpPr>
          <p:nvPr>
            <p:ph type="title"/>
          </p:nvPr>
        </p:nvSpPr>
        <p:spPr>
          <a:xfrm>
            <a:off x="472027" y="474490"/>
            <a:ext cx="8298414" cy="325987"/>
          </a:xfrm>
          <a:prstGeom prst="rect">
            <a:avLst/>
          </a:prstGeom>
          <a:noFill/>
          <a:ln>
            <a:noFill/>
          </a:ln>
        </p:spPr>
        <p:txBody>
          <a:bodyPr spcFirstLastPara="1" wrap="square" lIns="0" tIns="0" rIns="0" bIns="0" anchor="t" anchorCtr="0">
            <a:noAutofit/>
          </a:bodyPr>
          <a:lstStyle/>
          <a:p>
            <a:pPr marL="0" lvl="0" indent="0" algn="l" rtl="0">
              <a:lnSpc>
                <a:spcPct val="95000"/>
              </a:lnSpc>
              <a:spcBef>
                <a:spcPts val="0"/>
              </a:spcBef>
              <a:spcAft>
                <a:spcPts val="0"/>
              </a:spcAft>
              <a:buClr>
                <a:schemeClr val="dk2"/>
              </a:buClr>
              <a:buSzPts val="1800"/>
              <a:buFont typeface="Raleway"/>
              <a:buNone/>
            </a:pPr>
            <a:r>
              <a:rPr lang="en-US" sz="1800" b="0">
                <a:latin typeface="Raleway"/>
                <a:ea typeface="Raleway"/>
                <a:cs typeface="Raleway"/>
                <a:sym typeface="Raleway"/>
              </a:rPr>
              <a:t>Schedule (Subject to Change)</a:t>
            </a:r>
            <a:br>
              <a:rPr lang="en-US" sz="2400" b="0">
                <a:latin typeface="Raleway"/>
                <a:ea typeface="Raleway"/>
                <a:cs typeface="Raleway"/>
                <a:sym typeface="Raleway"/>
              </a:rPr>
            </a:br>
            <a:endParaRPr sz="1400" b="0">
              <a:latin typeface="Raleway"/>
              <a:ea typeface="Raleway"/>
              <a:cs typeface="Raleway"/>
              <a:sym typeface="Raleway"/>
            </a:endParaRPr>
          </a:p>
        </p:txBody>
      </p:sp>
      <p:graphicFrame>
        <p:nvGraphicFramePr>
          <p:cNvPr id="124" name="Google Shape;124;p15"/>
          <p:cNvGraphicFramePr/>
          <p:nvPr>
            <p:extLst>
              <p:ext uri="{D42A27DB-BD31-4B8C-83A1-F6EECF244321}">
                <p14:modId xmlns:p14="http://schemas.microsoft.com/office/powerpoint/2010/main" val="3943829497"/>
              </p:ext>
            </p:extLst>
          </p:nvPr>
        </p:nvGraphicFramePr>
        <p:xfrm>
          <a:off x="472027" y="841707"/>
          <a:ext cx="8428116" cy="5881357"/>
        </p:xfrm>
        <a:graphic>
          <a:graphicData uri="http://schemas.openxmlformats.org/drawingml/2006/table">
            <a:tbl>
              <a:tblPr firstRow="1" bandRow="1">
                <a:noFill/>
                <a:tableStyleId>{DFA4FF05-DD58-4660-B5B2-B12A25B2D5AA}</a:tableStyleId>
              </a:tblPr>
              <a:tblGrid>
                <a:gridCol w="959426">
                  <a:extLst>
                    <a:ext uri="{9D8B030D-6E8A-4147-A177-3AD203B41FA5}">
                      <a16:colId xmlns:a16="http://schemas.microsoft.com/office/drawing/2014/main" val="20000"/>
                    </a:ext>
                  </a:extLst>
                </a:gridCol>
                <a:gridCol w="3714111">
                  <a:extLst>
                    <a:ext uri="{9D8B030D-6E8A-4147-A177-3AD203B41FA5}">
                      <a16:colId xmlns:a16="http://schemas.microsoft.com/office/drawing/2014/main" val="20001"/>
                    </a:ext>
                  </a:extLst>
                </a:gridCol>
                <a:gridCol w="1582839">
                  <a:extLst>
                    <a:ext uri="{9D8B030D-6E8A-4147-A177-3AD203B41FA5}">
                      <a16:colId xmlns:a16="http://schemas.microsoft.com/office/drawing/2014/main" val="20002"/>
                    </a:ext>
                  </a:extLst>
                </a:gridCol>
                <a:gridCol w="2171740">
                  <a:extLst>
                    <a:ext uri="{9D8B030D-6E8A-4147-A177-3AD203B41FA5}">
                      <a16:colId xmlns:a16="http://schemas.microsoft.com/office/drawing/2014/main" val="20003"/>
                    </a:ext>
                  </a:extLst>
                </a:gridCol>
              </a:tblGrid>
              <a:tr h="353031">
                <a:tc>
                  <a:txBody>
                    <a:bodyPr/>
                    <a:lstStyle/>
                    <a:p>
                      <a:pPr marL="0" marR="0" lvl="0" indent="0" algn="l" rtl="0">
                        <a:lnSpc>
                          <a:spcPct val="100000"/>
                        </a:lnSpc>
                        <a:spcBef>
                          <a:spcPts val="0"/>
                        </a:spcBef>
                        <a:spcAft>
                          <a:spcPts val="0"/>
                        </a:spcAft>
                        <a:buClr>
                          <a:schemeClr val="dk1"/>
                        </a:buClr>
                        <a:buSzPts val="900"/>
                        <a:buFont typeface="Lato"/>
                        <a:buNone/>
                      </a:pPr>
                      <a:r>
                        <a:rPr lang="en-US" sz="900" b="1" i="0" u="none" strike="noStrike" cap="none">
                          <a:solidFill>
                            <a:schemeClr val="dk1"/>
                          </a:solidFill>
                          <a:latin typeface="Lato"/>
                          <a:ea typeface="Lato"/>
                          <a:cs typeface="Lato"/>
                          <a:sym typeface="Lato"/>
                        </a:rPr>
                        <a:t>Week and Date</a:t>
                      </a:r>
                      <a:endParaRPr sz="900" b="1" u="none" strike="noStrike" cap="none">
                        <a:solidFill>
                          <a:schemeClr val="dk1"/>
                        </a:solidFill>
                        <a:latin typeface="Lato"/>
                        <a:ea typeface="Lato"/>
                        <a:cs typeface="Lato"/>
                        <a:sym typeface="Lato"/>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900"/>
                        <a:buFont typeface="Lato"/>
                        <a:buNone/>
                      </a:pPr>
                      <a:r>
                        <a:rPr lang="en-US" sz="900" b="1" i="0" u="none" strike="noStrike" cap="none">
                          <a:solidFill>
                            <a:schemeClr val="dk1"/>
                          </a:solidFill>
                          <a:latin typeface="Lato"/>
                          <a:ea typeface="Lato"/>
                          <a:cs typeface="Lato"/>
                          <a:sym typeface="Lato"/>
                        </a:rPr>
                        <a:t>Topic</a:t>
                      </a:r>
                      <a:endParaRPr sz="900" b="1" u="none" strike="noStrike" cap="none">
                        <a:solidFill>
                          <a:schemeClr val="dk1"/>
                        </a:solidFill>
                        <a:latin typeface="Lato"/>
                        <a:ea typeface="Lato"/>
                        <a:cs typeface="Lato"/>
                        <a:sym typeface="Lato"/>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900"/>
                        <a:buFont typeface="Lato"/>
                        <a:buNone/>
                      </a:pPr>
                      <a:r>
                        <a:rPr lang="en-US" sz="900" b="1" i="0" u="none" strike="noStrike" cap="none" dirty="0">
                          <a:solidFill>
                            <a:schemeClr val="dk1"/>
                          </a:solidFill>
                          <a:latin typeface="Lato"/>
                          <a:ea typeface="Lato"/>
                          <a:cs typeface="Lato"/>
                          <a:sym typeface="Lato"/>
                        </a:rPr>
                        <a:t>Assignments Released</a:t>
                      </a:r>
                      <a:endParaRPr sz="900" b="1" u="none" strike="noStrike" cap="none" dirty="0">
                        <a:solidFill>
                          <a:schemeClr val="dk1"/>
                        </a:solidFill>
                        <a:latin typeface="Lato"/>
                        <a:ea typeface="Lato"/>
                        <a:cs typeface="Lato"/>
                        <a:sym typeface="Lato"/>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900"/>
                        <a:buFont typeface="Lato"/>
                        <a:buNone/>
                      </a:pPr>
                      <a:r>
                        <a:rPr lang="en-US" sz="900" b="1" u="none" strike="noStrike" cap="none">
                          <a:solidFill>
                            <a:schemeClr val="dk1"/>
                          </a:solidFill>
                          <a:latin typeface="Lato"/>
                          <a:ea typeface="Lato"/>
                          <a:cs typeface="Lato"/>
                          <a:sym typeface="Lato"/>
                        </a:rPr>
                        <a:t>Assignments Due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1647441">
                <a:tc>
                  <a:txBody>
                    <a:bodyPr/>
                    <a:lstStyle/>
                    <a:p>
                      <a:pPr marL="0" marR="0" lvl="0" indent="0" algn="l" rtl="0">
                        <a:lnSpc>
                          <a:spcPct val="100000"/>
                        </a:lnSpc>
                        <a:spcBef>
                          <a:spcPts val="0"/>
                        </a:spcBef>
                        <a:spcAft>
                          <a:spcPts val="0"/>
                        </a:spcAft>
                        <a:buClr>
                          <a:srgbClr val="000000"/>
                        </a:buClr>
                        <a:buSzPts val="800"/>
                        <a:buFont typeface="Lato"/>
                        <a:buNone/>
                      </a:pPr>
                      <a:r>
                        <a:rPr lang="en-US" sz="1000" b="1" i="0" u="none" strike="noStrike" cap="none" dirty="0">
                          <a:solidFill>
                            <a:srgbClr val="000000"/>
                          </a:solidFill>
                          <a:latin typeface="Arial"/>
                          <a:ea typeface="Arial"/>
                          <a:cs typeface="Arial"/>
                          <a:sym typeface="Arial"/>
                        </a:rPr>
                        <a:t>Week 1 </a:t>
                      </a:r>
                      <a:endParaRPr sz="1000" b="1" i="0" u="none" strike="noStrike" cap="none" dirty="0">
                        <a:solidFill>
                          <a:srgbClr val="000000"/>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Lato"/>
                        <a:buNone/>
                      </a:pPr>
                      <a:r>
                        <a:rPr lang="en-US" sz="1000" b="1" u="none" strike="noStrike" cap="none" dirty="0">
                          <a:solidFill>
                            <a:srgbClr val="000000"/>
                          </a:solidFill>
                          <a:latin typeface="Arial"/>
                          <a:ea typeface="Arial"/>
                          <a:cs typeface="Arial"/>
                          <a:sym typeface="Arial"/>
                        </a:rPr>
                        <a:t>How Generative AI Works, and Prompting</a:t>
                      </a:r>
                      <a:endParaRPr sz="10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endParaRPr sz="80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r>
                        <a:rPr lang="en-US" sz="800" u="none" strike="noStrike" cap="none" dirty="0">
                          <a:solidFill>
                            <a:srgbClr val="000000"/>
                          </a:solidFill>
                          <a:latin typeface="Arial"/>
                          <a:ea typeface="Arial"/>
                          <a:cs typeface="Arial"/>
                          <a:sym typeface="Arial"/>
                        </a:rPr>
                        <a:t>This session begins with a syllabus review. We will briefly explain how generative AI and retrieval-augmented generation (RAG) produce answers, and you will test those explanations in a short hands-on exercise. The session also introduces the Learn, Build, Polish framework for AI uses and the Strategist, Analyst, Decision-Maker framework for AI-augmented legal research.</a:t>
                      </a:r>
                      <a:endParaRPr sz="80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endParaRPr sz="80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r>
                        <a:rPr lang="en-US" sz="800" u="none" strike="noStrike" cap="none" dirty="0">
                          <a:solidFill>
                            <a:srgbClr val="000000"/>
                          </a:solidFill>
                          <a:latin typeface="Arial"/>
                          <a:ea typeface="Arial"/>
                          <a:cs typeface="Arial"/>
                          <a:sym typeface="Arial"/>
                        </a:rPr>
                        <a:t>In the prompting exercise, each of you will build a prompt for one assigned tool by following that vendor's own prompting advice, and you will run the prompt on a research problem. Your group will then compare the tools' answers. The session ends with a written reflection on your prompting habits.</a:t>
                      </a:r>
                      <a:endParaRPr sz="800" u="none" strike="noStrike" cap="none" dirty="0">
                        <a:solidFill>
                          <a:srgbClr val="000000"/>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800"/>
                        <a:buFont typeface="Lato"/>
                        <a:buNone/>
                      </a:pPr>
                      <a:r>
                        <a:rPr lang="en-US" sz="800" u="none" strike="noStrike" cap="none" dirty="0">
                          <a:latin typeface="Arial"/>
                          <a:ea typeface="Arial"/>
                          <a:cs typeface="Arial"/>
                          <a:sym typeface="Arial"/>
                        </a:rPr>
                        <a:t>AI Deep Dive assignment released (pass/fail)</a:t>
                      </a:r>
                      <a:endParaRPr sz="800" u="none" strike="noStrike" cap="none" dirty="0">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Lato"/>
                        <a:buNone/>
                      </a:pPr>
                      <a:endParaRPr sz="800" u="none" strike="noStrike" cap="none" dirty="0">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Lato"/>
                        <a:buNone/>
                      </a:pPr>
                      <a:r>
                        <a:rPr lang="en-US" sz="800" u="none" strike="noStrike" cap="none" dirty="0">
                          <a:latin typeface="Arial"/>
                          <a:ea typeface="Arial"/>
                          <a:cs typeface="Arial"/>
                          <a:sym typeface="Arial"/>
                        </a:rPr>
                        <a:t>Final Capstone Project released (traditional grading)</a:t>
                      </a:r>
                      <a:endParaRPr sz="800" u="none" strike="noStrike" cap="none" dirty="0">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Lato"/>
                        <a:buNone/>
                      </a:pPr>
                      <a:endParaRPr sz="800" u="none" strike="noStrike" cap="none" dirty="0">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Lato"/>
                        <a:buNone/>
                      </a:pPr>
                      <a:r>
                        <a:rPr lang="en-US" sz="800" u="none" strike="noStrike" cap="none" dirty="0">
                          <a:latin typeface="Arial"/>
                          <a:ea typeface="Arial"/>
                          <a:cs typeface="Arial"/>
                          <a:sym typeface="Arial"/>
                        </a:rPr>
                        <a:t>Weekly AI Updates discussion boards open (pass/fail)</a:t>
                      </a:r>
                      <a:endParaRPr sz="800" u="none" strike="noStrike" cap="none" dirty="0">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800"/>
                        <a:buFont typeface="Lato"/>
                        <a:buNone/>
                      </a:pPr>
                      <a:endParaRPr sz="800" u="none" strike="noStrike" cap="none">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1529767">
                <a:tc>
                  <a:txBody>
                    <a:bodyPr/>
                    <a:lstStyle/>
                    <a:p>
                      <a:pPr marL="0" marR="0" lvl="0" indent="0" algn="l" rtl="0">
                        <a:lnSpc>
                          <a:spcPct val="100000"/>
                        </a:lnSpc>
                        <a:spcBef>
                          <a:spcPts val="0"/>
                        </a:spcBef>
                        <a:spcAft>
                          <a:spcPts val="0"/>
                        </a:spcAft>
                        <a:buClr>
                          <a:srgbClr val="000000"/>
                        </a:buClr>
                        <a:buSzPts val="800"/>
                        <a:buFont typeface="Lato"/>
                        <a:buNone/>
                      </a:pPr>
                      <a:r>
                        <a:rPr lang="en-US" sz="1000" b="1" i="0" u="none" strike="noStrike" cap="none">
                          <a:solidFill>
                            <a:srgbClr val="000000"/>
                          </a:solidFill>
                          <a:latin typeface="Arial"/>
                          <a:ea typeface="Arial"/>
                          <a:cs typeface="Arial"/>
                          <a:sym typeface="Arial"/>
                        </a:rPr>
                        <a:t>Week 2</a:t>
                      </a:r>
                      <a:endParaRPr sz="1000" b="1" i="0" u="none" strike="noStrike" cap="none">
                        <a:solidFill>
                          <a:srgbClr val="000000"/>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Lato"/>
                        <a:buNone/>
                      </a:pPr>
                      <a:r>
                        <a:rPr lang="en-US" sz="1000" b="1" u="none" strike="noStrike" cap="none" dirty="0">
                          <a:solidFill>
                            <a:srgbClr val="000000"/>
                          </a:solidFill>
                          <a:latin typeface="Arial"/>
                          <a:ea typeface="Arial"/>
                          <a:cs typeface="Arial"/>
                          <a:sym typeface="Arial"/>
                        </a:rPr>
                        <a:t>Confidentiality and Progressive Prompting</a:t>
                      </a:r>
                      <a:endParaRPr sz="10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endParaRPr sz="80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r>
                        <a:rPr lang="en-US" sz="800" u="none" strike="noStrike" cap="none" dirty="0">
                          <a:solidFill>
                            <a:srgbClr val="000000"/>
                          </a:solidFill>
                          <a:latin typeface="Arial"/>
                          <a:ea typeface="Arial"/>
                          <a:cs typeface="Arial"/>
                          <a:sym typeface="Arial"/>
                        </a:rPr>
                        <a:t>This week covers how the professional responsibility rules on confidentiality, including ABA Formal Opinion 512, apply to AI use. In the first exercise, you will rewrite a fact pattern as a prompt that keeps the facts that matter to the legal analysis and removes the details that identify the client.</a:t>
                      </a:r>
                      <a:endParaRPr sz="80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endParaRPr sz="80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r>
                        <a:rPr lang="en-US" sz="800" u="none" strike="noStrike" cap="none" dirty="0">
                          <a:solidFill>
                            <a:srgbClr val="000000"/>
                          </a:solidFill>
                          <a:latin typeface="Arial"/>
                          <a:ea typeface="Arial"/>
                          <a:cs typeface="Arial"/>
                          <a:sym typeface="Arial"/>
                        </a:rPr>
                        <a:t>In the second exercise, you will run five rounds of increasingly specific prompts in one tool and record how each round changes the tool's answer. Your group will then write one answer to the research question and report it to the class. The session ends with a written reflection on AI policies in school and work.</a:t>
                      </a:r>
                      <a:endParaRPr sz="800" u="none" strike="noStrike" cap="none" dirty="0">
                        <a:solidFill>
                          <a:srgbClr val="000000"/>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800"/>
                        <a:buFont typeface="Lato"/>
                        <a:buNone/>
                      </a:pPr>
                      <a:endParaRPr sz="800" u="none" strike="noStrike" cap="none">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800"/>
                        <a:buFont typeface="Lato"/>
                        <a:buNone/>
                      </a:pPr>
                      <a:r>
                        <a:rPr lang="en-US" sz="800" u="none" strike="noStrike" cap="none" dirty="0">
                          <a:latin typeface="Arial"/>
                          <a:ea typeface="Arial"/>
                          <a:cs typeface="Arial"/>
                          <a:sym typeface="Arial"/>
                        </a:rPr>
                        <a:t>AI Deep Dive approval request due by [time], if your option needs approval</a:t>
                      </a:r>
                      <a:endParaRPr sz="800" u="none" strike="noStrike" cap="none" dirty="0">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Lato"/>
                        <a:buNone/>
                      </a:pPr>
                      <a:endParaRPr sz="800" u="none" strike="noStrike" cap="none" dirty="0">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Lato"/>
                        <a:buNone/>
                      </a:pPr>
                      <a:r>
                        <a:rPr lang="en-US" sz="800" u="none" strike="noStrike" cap="none" dirty="0">
                          <a:latin typeface="Arial"/>
                          <a:ea typeface="Arial"/>
                          <a:cs typeface="Arial"/>
                          <a:sym typeface="Arial"/>
                        </a:rPr>
                        <a:t>Weekly AI Update (post by [time] on the Sunday before class; 4 of 5 required for Weeks 2 to 6)</a:t>
                      </a:r>
                      <a:endParaRPr sz="800" u="none" strike="noStrike" cap="none" dirty="0">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2223727">
                <a:tc>
                  <a:txBody>
                    <a:bodyPr/>
                    <a:lstStyle/>
                    <a:p>
                      <a:pPr marL="0" marR="0" lvl="0" indent="0" algn="l" rtl="0">
                        <a:lnSpc>
                          <a:spcPct val="100000"/>
                        </a:lnSpc>
                        <a:spcBef>
                          <a:spcPts val="0"/>
                        </a:spcBef>
                        <a:spcAft>
                          <a:spcPts val="0"/>
                        </a:spcAft>
                        <a:buClr>
                          <a:srgbClr val="000000"/>
                        </a:buClr>
                        <a:buSzPts val="800"/>
                        <a:buFont typeface="Lato"/>
                        <a:buNone/>
                      </a:pPr>
                      <a:r>
                        <a:rPr lang="en-US" sz="1000" b="1" i="0" u="none" strike="noStrike" cap="none">
                          <a:solidFill>
                            <a:srgbClr val="000000"/>
                          </a:solidFill>
                          <a:latin typeface="Arial"/>
                          <a:ea typeface="Arial"/>
                          <a:cs typeface="Arial"/>
                          <a:sym typeface="Arial"/>
                        </a:rPr>
                        <a:t>Week 3 </a:t>
                      </a:r>
                      <a:endParaRPr sz="1000" b="1" u="none" strike="noStrike" cap="none">
                        <a:solidFill>
                          <a:srgbClr val="000000"/>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Lato"/>
                        <a:buNone/>
                      </a:pPr>
                      <a:r>
                        <a:rPr lang="en-US" sz="1000" b="1" u="none" strike="noStrike" cap="none" dirty="0">
                          <a:solidFill>
                            <a:srgbClr val="000000"/>
                          </a:solidFill>
                          <a:latin typeface="Arial"/>
                          <a:ea typeface="Arial"/>
                          <a:cs typeface="Arial"/>
                          <a:sym typeface="Arial"/>
                        </a:rPr>
                        <a:t>Hallucinations and Verification</a:t>
                      </a:r>
                      <a:endParaRPr sz="10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endParaRPr sz="80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r>
                        <a:rPr lang="en-US" sz="800" u="none" strike="noStrike" cap="none" dirty="0">
                          <a:solidFill>
                            <a:srgbClr val="000000"/>
                          </a:solidFill>
                          <a:latin typeface="Arial"/>
                          <a:ea typeface="Arial"/>
                          <a:cs typeface="Arial"/>
                          <a:sym typeface="Arial"/>
                        </a:rPr>
                        <a:t>This week covers the errors that AI tools make in legal research: fabricated cases, wrong citations, inaccurate quotations, overstated holdings, persuasive authority presented as binding, and missing controlling authority.</a:t>
                      </a:r>
                      <a:endParaRPr sz="80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endParaRPr sz="80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r>
                        <a:rPr lang="en-US" sz="800" u="none" strike="noStrike" cap="none" dirty="0">
                          <a:solidFill>
                            <a:srgbClr val="000000"/>
                          </a:solidFill>
                          <a:latin typeface="Arial"/>
                          <a:ea typeface="Arial"/>
                          <a:cs typeface="Arial"/>
                          <a:sym typeface="Arial"/>
                        </a:rPr>
                        <a:t>In the exercise, your group will check a brief by hand. Your group will then run the same brief through a document analyzer and compare the errors that the software caught with the errors that you caught. The session ends with each of you writing your own verification checklist.</a:t>
                      </a:r>
                      <a:endParaRPr sz="800" u="none" strike="noStrike" cap="none" dirty="0">
                        <a:solidFill>
                          <a:srgbClr val="000000"/>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800"/>
                        <a:buFont typeface="Lato"/>
                        <a:buNone/>
                      </a:pPr>
                      <a:endParaRPr sz="800" u="none" strike="noStrike" cap="none">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800"/>
                        <a:buFont typeface="Lato"/>
                        <a:buNone/>
                      </a:pPr>
                      <a:r>
                        <a:rPr lang="en-US" sz="800" u="none" strike="noStrike" cap="none" dirty="0">
                          <a:latin typeface="Arial"/>
                          <a:ea typeface="Arial"/>
                          <a:cs typeface="Arial"/>
                          <a:sym typeface="Arial"/>
                        </a:rPr>
                        <a:t>Weekly AI Update (post by [time] on the Sunday before class; 4 of 5 required for Weeks 2 to 6)</a:t>
                      </a:r>
                      <a:endParaRPr sz="800" u="none" strike="noStrike" cap="none" dirty="0">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6"/>
          <p:cNvSpPr txBox="1">
            <a:spLocks noGrp="1"/>
          </p:cNvSpPr>
          <p:nvPr>
            <p:ph type="title"/>
          </p:nvPr>
        </p:nvSpPr>
        <p:spPr>
          <a:xfrm>
            <a:off x="472027" y="474490"/>
            <a:ext cx="8298414" cy="325987"/>
          </a:xfrm>
          <a:prstGeom prst="rect">
            <a:avLst/>
          </a:prstGeom>
          <a:noFill/>
          <a:ln>
            <a:noFill/>
          </a:ln>
        </p:spPr>
        <p:txBody>
          <a:bodyPr spcFirstLastPara="1" wrap="square" lIns="0" tIns="0" rIns="0" bIns="0" anchor="t" anchorCtr="0">
            <a:noAutofit/>
          </a:bodyPr>
          <a:lstStyle/>
          <a:p>
            <a:pPr marL="0" lvl="0" indent="0" algn="l" rtl="0">
              <a:lnSpc>
                <a:spcPct val="95000"/>
              </a:lnSpc>
              <a:spcBef>
                <a:spcPts val="0"/>
              </a:spcBef>
              <a:spcAft>
                <a:spcPts val="0"/>
              </a:spcAft>
              <a:buClr>
                <a:schemeClr val="dk2"/>
              </a:buClr>
              <a:buSzPts val="1800"/>
              <a:buFont typeface="Raleway"/>
              <a:buNone/>
            </a:pPr>
            <a:r>
              <a:rPr lang="en-US" sz="1800" b="0">
                <a:latin typeface="Raleway"/>
                <a:ea typeface="Raleway"/>
                <a:cs typeface="Raleway"/>
                <a:sym typeface="Raleway"/>
              </a:rPr>
              <a:t>Schedule Continued (Subject to Change)</a:t>
            </a:r>
            <a:br>
              <a:rPr lang="en-US" sz="2400" b="0">
                <a:latin typeface="Raleway"/>
                <a:ea typeface="Raleway"/>
                <a:cs typeface="Raleway"/>
                <a:sym typeface="Raleway"/>
              </a:rPr>
            </a:br>
            <a:endParaRPr sz="1400" b="0">
              <a:latin typeface="Raleway"/>
              <a:ea typeface="Raleway"/>
              <a:cs typeface="Raleway"/>
              <a:sym typeface="Raleway"/>
            </a:endParaRPr>
          </a:p>
        </p:txBody>
      </p:sp>
      <p:graphicFrame>
        <p:nvGraphicFramePr>
          <p:cNvPr id="130" name="Google Shape;130;p16"/>
          <p:cNvGraphicFramePr/>
          <p:nvPr>
            <p:extLst>
              <p:ext uri="{D42A27DB-BD31-4B8C-83A1-F6EECF244321}">
                <p14:modId xmlns:p14="http://schemas.microsoft.com/office/powerpoint/2010/main" val="2952287482"/>
              </p:ext>
            </p:extLst>
          </p:nvPr>
        </p:nvGraphicFramePr>
        <p:xfrm>
          <a:off x="472027" y="845176"/>
          <a:ext cx="8419425" cy="5385830"/>
        </p:xfrm>
        <a:graphic>
          <a:graphicData uri="http://schemas.openxmlformats.org/drawingml/2006/table">
            <a:tbl>
              <a:tblPr firstRow="1" bandRow="1">
                <a:noFill/>
                <a:tableStyleId>{DFA4FF05-DD58-4660-B5B2-B12A25B2D5AA}</a:tableStyleId>
              </a:tblPr>
              <a:tblGrid>
                <a:gridCol w="1168800">
                  <a:extLst>
                    <a:ext uri="{9D8B030D-6E8A-4147-A177-3AD203B41FA5}">
                      <a16:colId xmlns:a16="http://schemas.microsoft.com/office/drawing/2014/main" val="20000"/>
                    </a:ext>
                  </a:extLst>
                </a:gridCol>
                <a:gridCol w="5861650">
                  <a:extLst>
                    <a:ext uri="{9D8B030D-6E8A-4147-A177-3AD203B41FA5}">
                      <a16:colId xmlns:a16="http://schemas.microsoft.com/office/drawing/2014/main" val="20001"/>
                    </a:ext>
                  </a:extLst>
                </a:gridCol>
                <a:gridCol w="1388975">
                  <a:extLst>
                    <a:ext uri="{9D8B030D-6E8A-4147-A177-3AD203B41FA5}">
                      <a16:colId xmlns:a16="http://schemas.microsoft.com/office/drawing/2014/main" val="20002"/>
                    </a:ext>
                  </a:extLst>
                </a:gridCol>
              </a:tblGrid>
              <a:tr h="226300">
                <a:tc>
                  <a:txBody>
                    <a:bodyPr/>
                    <a:lstStyle/>
                    <a:p>
                      <a:pPr marL="0" marR="0" lvl="0" indent="0" algn="l" rtl="0">
                        <a:lnSpc>
                          <a:spcPct val="100000"/>
                        </a:lnSpc>
                        <a:spcBef>
                          <a:spcPts val="0"/>
                        </a:spcBef>
                        <a:spcAft>
                          <a:spcPts val="0"/>
                        </a:spcAft>
                        <a:buClr>
                          <a:schemeClr val="dk1"/>
                        </a:buClr>
                        <a:buSzPts val="900"/>
                        <a:buFont typeface="Lato"/>
                        <a:buNone/>
                      </a:pPr>
                      <a:r>
                        <a:rPr lang="en-US" sz="900" b="1" i="0" u="none" strike="noStrike" cap="none">
                          <a:solidFill>
                            <a:schemeClr val="dk1"/>
                          </a:solidFill>
                          <a:latin typeface="Lato"/>
                          <a:ea typeface="Lato"/>
                          <a:cs typeface="Lato"/>
                          <a:sym typeface="Lato"/>
                        </a:rPr>
                        <a:t>Week and Date</a:t>
                      </a:r>
                      <a:endParaRPr sz="900" b="1" u="none" strike="noStrike" cap="none">
                        <a:solidFill>
                          <a:schemeClr val="dk1"/>
                        </a:solidFill>
                        <a:latin typeface="Lato"/>
                        <a:ea typeface="Lato"/>
                        <a:cs typeface="Lato"/>
                        <a:sym typeface="Lato"/>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900"/>
                        <a:buFont typeface="Lato"/>
                        <a:buNone/>
                      </a:pPr>
                      <a:r>
                        <a:rPr lang="en-US" sz="900" b="1" i="0" u="none" strike="noStrike" cap="none" dirty="0">
                          <a:solidFill>
                            <a:schemeClr val="dk1"/>
                          </a:solidFill>
                          <a:latin typeface="Lato"/>
                          <a:ea typeface="Lato"/>
                          <a:cs typeface="Lato"/>
                          <a:sym typeface="Lato"/>
                        </a:rPr>
                        <a:t>Topic</a:t>
                      </a:r>
                      <a:endParaRPr sz="900" b="1" u="none" strike="noStrike" cap="none" dirty="0">
                        <a:solidFill>
                          <a:schemeClr val="dk1"/>
                        </a:solidFill>
                        <a:latin typeface="Lato"/>
                        <a:ea typeface="Lato"/>
                        <a:cs typeface="Lato"/>
                        <a:sym typeface="Lato"/>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900"/>
                        <a:buFont typeface="Lato"/>
                        <a:buNone/>
                      </a:pPr>
                      <a:r>
                        <a:rPr lang="en-US" sz="900" b="1" u="none" strike="noStrike" cap="none">
                          <a:solidFill>
                            <a:schemeClr val="dk1"/>
                          </a:solidFill>
                          <a:latin typeface="Lato"/>
                          <a:ea typeface="Lato"/>
                          <a:cs typeface="Lato"/>
                          <a:sym typeface="Lato"/>
                        </a:rPr>
                        <a:t>Assignments Due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1408150">
                <a:tc>
                  <a:txBody>
                    <a:bodyPr/>
                    <a:lstStyle/>
                    <a:p>
                      <a:pPr marL="0" marR="0" lvl="0" indent="0" algn="l" rtl="0">
                        <a:lnSpc>
                          <a:spcPct val="100000"/>
                        </a:lnSpc>
                        <a:spcBef>
                          <a:spcPts val="0"/>
                        </a:spcBef>
                        <a:spcAft>
                          <a:spcPts val="0"/>
                        </a:spcAft>
                        <a:buClr>
                          <a:srgbClr val="000000"/>
                        </a:buClr>
                        <a:buSzPts val="800"/>
                        <a:buFont typeface="Lato"/>
                        <a:buNone/>
                      </a:pPr>
                      <a:r>
                        <a:rPr lang="en-US" sz="1000" b="1" i="0" u="none" strike="noStrike" cap="none">
                          <a:solidFill>
                            <a:srgbClr val="000000"/>
                          </a:solidFill>
                          <a:latin typeface="Arial"/>
                          <a:ea typeface="Arial"/>
                          <a:cs typeface="Arial"/>
                          <a:sym typeface="Arial"/>
                        </a:rPr>
                        <a:t>Week 4 </a:t>
                      </a:r>
                      <a:endParaRPr sz="1000" b="1" i="0" u="none" strike="noStrike" cap="none">
                        <a:solidFill>
                          <a:srgbClr val="000000"/>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Lato"/>
                        <a:buNone/>
                      </a:pPr>
                      <a:r>
                        <a:rPr lang="en-US" sz="1000" b="1" u="none" strike="noStrike" cap="none" dirty="0">
                          <a:solidFill>
                            <a:srgbClr val="2F3932"/>
                          </a:solidFill>
                          <a:highlight>
                            <a:srgbClr val="FFFFFF"/>
                          </a:highlight>
                          <a:latin typeface="Arial"/>
                          <a:ea typeface="Arial"/>
                          <a:cs typeface="Arial"/>
                          <a:sym typeface="Arial"/>
                        </a:rPr>
                        <a:t>AI Versus Secondary Sources</a:t>
                      </a:r>
                      <a:endParaRPr sz="1100" u="none" strike="noStrike" cap="none" dirty="0">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endParaRPr sz="800" u="none" strike="noStrike" cap="none" dirty="0">
                        <a:solidFill>
                          <a:schemeClr val="dk1"/>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r>
                        <a:rPr lang="en-US" sz="800" u="none" strike="noStrike" cap="none" dirty="0">
                          <a:solidFill>
                            <a:schemeClr val="dk1"/>
                          </a:solidFill>
                          <a:highlight>
                            <a:srgbClr val="FFFFFF"/>
                          </a:highlight>
                          <a:latin typeface="Arial"/>
                          <a:ea typeface="Arial"/>
                          <a:cs typeface="Arial"/>
                          <a:sym typeface="Arial"/>
                        </a:rPr>
                        <a:t>This week treats an AI-generated research report as a bespoke but unreliable and unstable secondary source. In the first exercise, you will compare an AI tool’s answer to a research question with a treatise, practice guide, or other traditional secondary source that answers the same question.</a:t>
                      </a:r>
                      <a:endParaRPr sz="800" u="none" strike="noStrike" cap="none" dirty="0">
                        <a:solidFill>
                          <a:schemeClr val="dk1"/>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endParaRPr sz="800" u="none" strike="noStrike" cap="none" dirty="0">
                        <a:solidFill>
                          <a:schemeClr val="dk1"/>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r>
                        <a:rPr lang="en-US" sz="800" u="none" strike="noStrike" cap="none" dirty="0">
                          <a:solidFill>
                            <a:schemeClr val="dk1"/>
                          </a:solidFill>
                          <a:highlight>
                            <a:srgbClr val="FFFFFF"/>
                          </a:highlight>
                          <a:latin typeface="Arial"/>
                          <a:ea typeface="Arial"/>
                          <a:cs typeface="Arial"/>
                          <a:sym typeface="Arial"/>
                        </a:rPr>
                        <a:t>In the second exercise, you will apply Mike Caulfield's SIFT method (Stop, Investigate the source, Find better coverage, Trace claims to the original context) to a claim about law or legal technology that you choose. The session ends with a written reflection on how you use secondary sources and AI.</a:t>
                      </a:r>
                      <a:endParaRPr sz="800" u="none" strike="noStrike" cap="none" dirty="0">
                        <a:solidFill>
                          <a:schemeClr val="dk1"/>
                        </a:solidFill>
                        <a:highlight>
                          <a:srgbClr val="FFFFFF"/>
                        </a:highlight>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US" sz="800" u="none" strike="noStrike" cap="none">
                          <a:latin typeface="Arial"/>
                          <a:ea typeface="Arial"/>
                          <a:cs typeface="Arial"/>
                          <a:sym typeface="Arial"/>
                        </a:rPr>
                        <a:t>Weekly AI Update (post by [time] on the Sunday before class; 4 of 5 required for Weeks 2 to 6)</a:t>
                      </a:r>
                      <a:endParaRPr sz="800" u="none" strike="noStrike" cap="none">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1056025">
                <a:tc>
                  <a:txBody>
                    <a:bodyPr/>
                    <a:lstStyle/>
                    <a:p>
                      <a:pPr marL="0" marR="0" lvl="0" indent="0" algn="l" rtl="0">
                        <a:lnSpc>
                          <a:spcPct val="100000"/>
                        </a:lnSpc>
                        <a:spcBef>
                          <a:spcPts val="0"/>
                        </a:spcBef>
                        <a:spcAft>
                          <a:spcPts val="0"/>
                        </a:spcAft>
                        <a:buClr>
                          <a:srgbClr val="000000"/>
                        </a:buClr>
                        <a:buSzPts val="800"/>
                        <a:buFont typeface="Lato"/>
                        <a:buNone/>
                      </a:pPr>
                      <a:r>
                        <a:rPr lang="en-US" sz="1000" b="1" i="0" u="none" strike="noStrike" cap="none">
                          <a:solidFill>
                            <a:srgbClr val="000000"/>
                          </a:solidFill>
                          <a:latin typeface="Arial"/>
                          <a:ea typeface="Arial"/>
                          <a:cs typeface="Arial"/>
                          <a:sym typeface="Arial"/>
                        </a:rPr>
                        <a:t>Week 5 </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Lato"/>
                        <a:buNone/>
                      </a:pPr>
                      <a:r>
                        <a:rPr lang="en-US" sz="1000" b="1" u="none" strike="noStrike" cap="none" dirty="0">
                          <a:solidFill>
                            <a:srgbClr val="2F3932"/>
                          </a:solidFill>
                          <a:highlight>
                            <a:srgbClr val="FFFFFF"/>
                          </a:highlight>
                          <a:latin typeface="Arial"/>
                          <a:ea typeface="Arial"/>
                          <a:cs typeface="Arial"/>
                          <a:sym typeface="Arial"/>
                        </a:rPr>
                        <a:t>Memo and Brief Critique Session</a:t>
                      </a:r>
                      <a:endParaRPr sz="1100" u="none" strike="noStrike" cap="none" dirty="0">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endParaRPr sz="800" u="none" strike="noStrike" cap="none" dirty="0">
                        <a:solidFill>
                          <a:schemeClr val="dk1"/>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r>
                        <a:rPr lang="en-US" sz="800" u="none" strike="noStrike" cap="none" dirty="0">
                          <a:solidFill>
                            <a:schemeClr val="dk1"/>
                          </a:solidFill>
                          <a:highlight>
                            <a:srgbClr val="FFFFFF"/>
                          </a:highlight>
                          <a:latin typeface="Arial"/>
                          <a:ea typeface="Arial"/>
                          <a:cs typeface="Arial"/>
                          <a:sym typeface="Arial"/>
                        </a:rPr>
                        <a:t>This week treats AI as a revision tool that does not replace your judgment. You will start with a short legal memo or brief, either something you wrote or a sample that I provide, and you will prompt an AI tool to critique the memo or brief. The goal is to reinforce an ownership mindset in which you decide whether to use certain AI-generated feedback while rejecting other suggestions.</a:t>
                      </a:r>
                    </a:p>
                    <a:p>
                      <a:pPr marL="0" marR="0" lvl="0" indent="0" algn="l" rtl="0">
                        <a:lnSpc>
                          <a:spcPct val="100000"/>
                        </a:lnSpc>
                        <a:spcBef>
                          <a:spcPts val="0"/>
                        </a:spcBef>
                        <a:spcAft>
                          <a:spcPts val="0"/>
                        </a:spcAft>
                        <a:buClr>
                          <a:srgbClr val="000000"/>
                        </a:buClr>
                        <a:buSzPts val="800"/>
                        <a:buFont typeface="Lato"/>
                        <a:buNone/>
                      </a:pPr>
                      <a:endParaRPr lang="en-US" sz="800" u="none" strike="noStrike" cap="none" dirty="0">
                        <a:solidFill>
                          <a:schemeClr val="dk1"/>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r>
                        <a:rPr lang="en-US" sz="800" u="none" strike="noStrike" cap="none" dirty="0">
                          <a:solidFill>
                            <a:schemeClr val="dk1"/>
                          </a:solidFill>
                          <a:highlight>
                            <a:srgbClr val="FFFFFF"/>
                          </a:highlight>
                          <a:latin typeface="Arial"/>
                          <a:ea typeface="Arial"/>
                          <a:cs typeface="Arial"/>
                          <a:sym typeface="Arial"/>
                        </a:rPr>
                        <a:t>The in-class reflection will include a short reading on Rebecca Fordon’s concept of using AI output as a research “toe-hold,” along with reactions to the reading.</a:t>
                      </a:r>
                    </a:p>
                    <a:p>
                      <a:pPr marL="0" marR="0" lvl="0" indent="0" algn="l" rtl="0">
                        <a:lnSpc>
                          <a:spcPct val="100000"/>
                        </a:lnSpc>
                        <a:spcBef>
                          <a:spcPts val="0"/>
                        </a:spcBef>
                        <a:spcAft>
                          <a:spcPts val="0"/>
                        </a:spcAft>
                        <a:buClr>
                          <a:srgbClr val="000000"/>
                        </a:buClr>
                        <a:buSzPts val="800"/>
                        <a:buFont typeface="Lato"/>
                        <a:buNone/>
                      </a:pPr>
                      <a:endParaRPr sz="800" u="none" strike="noStrike" cap="none" dirty="0">
                        <a:solidFill>
                          <a:schemeClr val="dk1"/>
                        </a:solidFill>
                        <a:highlight>
                          <a:srgbClr val="FFFFFF"/>
                        </a:highlight>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US" sz="800" u="none" strike="noStrike" cap="none">
                          <a:latin typeface="Arial"/>
                          <a:ea typeface="Arial"/>
                          <a:cs typeface="Arial"/>
                          <a:sym typeface="Arial"/>
                        </a:rPr>
                        <a:t>AI Deep Dive due by [time] (pass/fail)</a:t>
                      </a:r>
                      <a:endParaRPr sz="800" u="none" strike="noStrike" cap="none">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800" u="none" strike="noStrike" cap="none">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US" sz="800" u="none" strike="noStrike" cap="none">
                          <a:latin typeface="Arial"/>
                          <a:ea typeface="Arial"/>
                          <a:cs typeface="Arial"/>
                          <a:sym typeface="Arial"/>
                        </a:rPr>
                        <a:t>Weekly AI Update (post by [time] on the Sunday before class; 4 of 5 required for Weeks 2 to 6)</a:t>
                      </a:r>
                      <a:endParaRPr sz="800" u="none" strike="noStrike" cap="none">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1037525">
                <a:tc>
                  <a:txBody>
                    <a:bodyPr/>
                    <a:lstStyle/>
                    <a:p>
                      <a:pPr marL="0" marR="0" lvl="0" indent="0" algn="l" rtl="0">
                        <a:lnSpc>
                          <a:spcPct val="100000"/>
                        </a:lnSpc>
                        <a:spcBef>
                          <a:spcPts val="0"/>
                        </a:spcBef>
                        <a:spcAft>
                          <a:spcPts val="0"/>
                        </a:spcAft>
                        <a:buClr>
                          <a:srgbClr val="000000"/>
                        </a:buClr>
                        <a:buSzPts val="800"/>
                        <a:buFont typeface="Lato"/>
                        <a:buNone/>
                      </a:pPr>
                      <a:r>
                        <a:rPr lang="en-US" sz="1000" b="1" i="0" u="none" strike="noStrike" cap="none" dirty="0">
                          <a:solidFill>
                            <a:srgbClr val="000000"/>
                          </a:solidFill>
                          <a:latin typeface="Arial"/>
                          <a:ea typeface="Arial"/>
                          <a:cs typeface="Arial"/>
                          <a:sym typeface="Arial"/>
                        </a:rPr>
                        <a:t>Week 6 </a:t>
                      </a:r>
                      <a:endParaRPr dirty="0"/>
                    </a:p>
                    <a:p>
                      <a:pPr marL="0" marR="0" lvl="0" indent="0" algn="l" rtl="0">
                        <a:lnSpc>
                          <a:spcPct val="100000"/>
                        </a:lnSpc>
                        <a:spcBef>
                          <a:spcPts val="0"/>
                        </a:spcBef>
                        <a:spcAft>
                          <a:spcPts val="0"/>
                        </a:spcAft>
                        <a:buClr>
                          <a:srgbClr val="000000"/>
                        </a:buClr>
                        <a:buSzPts val="800"/>
                        <a:buFont typeface="Lato"/>
                        <a:buNone/>
                      </a:pPr>
                      <a:endParaRPr sz="1400" u="none" strike="noStrike" cap="none" dirty="0">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Lato"/>
                        <a:buNone/>
                      </a:pPr>
                      <a:r>
                        <a:rPr lang="en-US" sz="1000" b="1" u="none" strike="noStrike" cap="none" dirty="0">
                          <a:solidFill>
                            <a:srgbClr val="2F3932"/>
                          </a:solidFill>
                          <a:highlight>
                            <a:srgbClr val="FFFFFF"/>
                          </a:highlight>
                          <a:latin typeface="Arial"/>
                          <a:ea typeface="Arial"/>
                          <a:cs typeface="Arial"/>
                          <a:sym typeface="Arial"/>
                        </a:rPr>
                        <a:t>Statutory Research and Course Takeaways</a:t>
                      </a:r>
                      <a:endParaRPr sz="1100" u="none" strike="noStrike" cap="none" dirty="0">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endParaRPr sz="800" u="none" strike="noStrike" cap="none" dirty="0">
                        <a:solidFill>
                          <a:schemeClr val="dk1"/>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r>
                        <a:rPr lang="en-US" sz="800" u="none" strike="noStrike" cap="none" dirty="0">
                          <a:solidFill>
                            <a:schemeClr val="dk1"/>
                          </a:solidFill>
                          <a:highlight>
                            <a:srgbClr val="FFFFFF"/>
                          </a:highlight>
                          <a:latin typeface="Arial"/>
                          <a:ea typeface="Arial"/>
                          <a:cs typeface="Arial"/>
                          <a:sym typeface="Arial"/>
                        </a:rPr>
                        <a:t>This week focuses on using AI tools for statutory research, with an emphasis on effective dates, amendments, and the cases that interpret a statute. In the exercise, you will compare an AI tool’s answer to a statutory question with an annotated code. </a:t>
                      </a:r>
                    </a:p>
                    <a:p>
                      <a:pPr marL="0" marR="0" lvl="0" indent="0" algn="l" rtl="0">
                        <a:lnSpc>
                          <a:spcPct val="100000"/>
                        </a:lnSpc>
                        <a:spcBef>
                          <a:spcPts val="0"/>
                        </a:spcBef>
                        <a:spcAft>
                          <a:spcPts val="0"/>
                        </a:spcAft>
                        <a:buClr>
                          <a:srgbClr val="000000"/>
                        </a:buClr>
                        <a:buSzPts val="800"/>
                        <a:buFont typeface="Lato"/>
                        <a:buNone/>
                      </a:pPr>
                      <a:endParaRPr lang="en-US" sz="800" u="none" strike="noStrike" cap="none" dirty="0">
                        <a:solidFill>
                          <a:schemeClr val="dk1"/>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r>
                        <a:rPr lang="en-US" sz="800" u="none" strike="noStrike" cap="none" dirty="0">
                          <a:solidFill>
                            <a:schemeClr val="dk1"/>
                          </a:solidFill>
                          <a:highlight>
                            <a:srgbClr val="FFFFFF"/>
                          </a:highlight>
                          <a:latin typeface="Arial"/>
                          <a:ea typeface="Arial"/>
                          <a:cs typeface="Arial"/>
                          <a:sym typeface="Arial"/>
                        </a:rPr>
                        <a:t>We will also complete course evaluations in class.</a:t>
                      </a:r>
                      <a:endParaRPr sz="800" u="none" strike="noStrike" cap="none" dirty="0">
                        <a:solidFill>
                          <a:schemeClr val="dk1"/>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endParaRPr sz="800" u="none" strike="noStrike" cap="none" dirty="0">
                        <a:solidFill>
                          <a:schemeClr val="dk1"/>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r>
                        <a:rPr lang="en-US" sz="800" u="none" strike="noStrike" cap="none" dirty="0">
                          <a:solidFill>
                            <a:schemeClr val="dk1"/>
                          </a:solidFill>
                          <a:highlight>
                            <a:srgbClr val="FFFFFF"/>
                          </a:highlight>
                          <a:latin typeface="Arial"/>
                          <a:ea typeface="Arial"/>
                          <a:cs typeface="Arial"/>
                          <a:sym typeface="Arial"/>
                        </a:rPr>
                        <a:t>Finally, you will combine your takeaways from the course into a list of tips for 1Ls about AI and legal research. </a:t>
                      </a:r>
                      <a:endParaRPr sz="800" u="none" strike="noStrike" cap="none" dirty="0">
                        <a:solidFill>
                          <a:schemeClr val="dk1"/>
                        </a:solidFill>
                        <a:highlight>
                          <a:srgbClr val="FFFFFF"/>
                        </a:highlight>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US" sz="800" u="none" strike="noStrike" cap="none">
                          <a:latin typeface="Arial"/>
                          <a:ea typeface="Arial"/>
                          <a:cs typeface="Arial"/>
                          <a:sym typeface="Arial"/>
                        </a:rPr>
                        <a:t>Weekly AI Update (post by [time] on the Sunday before class; 4 of 5 required for Weeks 2 to 6); last opportunity</a:t>
                      </a:r>
                      <a:endParaRPr sz="800" u="none" strike="noStrike" cap="none">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1208775">
                <a:tc>
                  <a:txBody>
                    <a:bodyPr/>
                    <a:lstStyle/>
                    <a:p>
                      <a:pPr marL="0" marR="0" lvl="0" indent="0" algn="l" rtl="0">
                        <a:lnSpc>
                          <a:spcPct val="100000"/>
                        </a:lnSpc>
                        <a:spcBef>
                          <a:spcPts val="0"/>
                        </a:spcBef>
                        <a:spcAft>
                          <a:spcPts val="0"/>
                        </a:spcAft>
                        <a:buClr>
                          <a:srgbClr val="000000"/>
                        </a:buClr>
                        <a:buSzPts val="800"/>
                        <a:buFont typeface="Lato"/>
                        <a:buNone/>
                      </a:pPr>
                      <a:r>
                        <a:rPr lang="en-US" sz="1000" b="1" i="0" u="none" strike="noStrike" cap="none" dirty="0">
                          <a:solidFill>
                            <a:srgbClr val="000000"/>
                          </a:solidFill>
                          <a:latin typeface="Arial"/>
                          <a:ea typeface="Arial"/>
                          <a:cs typeface="Arial"/>
                          <a:sym typeface="Arial"/>
                        </a:rPr>
                        <a:t>Week 7 </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Lato"/>
                        <a:buNone/>
                      </a:pPr>
                      <a:r>
                        <a:rPr lang="en-US" sz="1000" b="1" u="none" strike="noStrike" cap="none" dirty="0">
                          <a:solidFill>
                            <a:srgbClr val="2F3932"/>
                          </a:solidFill>
                          <a:highlight>
                            <a:srgbClr val="FFFFFF"/>
                          </a:highlight>
                          <a:latin typeface="Arial"/>
                          <a:ea typeface="Arial"/>
                          <a:cs typeface="Arial"/>
                          <a:sym typeface="Arial"/>
                        </a:rPr>
                        <a:t>AI Certification or Reflection (asynchronous module, no class session)</a:t>
                      </a:r>
                      <a:endParaRPr sz="1100" u="none" strike="noStrike" cap="none" dirty="0">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endParaRPr sz="800" u="none" strike="noStrike" cap="none" dirty="0">
                        <a:solidFill>
                          <a:schemeClr val="dk1"/>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r>
                        <a:rPr lang="en-US" sz="800" u="none" strike="noStrike" cap="none" dirty="0">
                          <a:solidFill>
                            <a:schemeClr val="dk1"/>
                          </a:solidFill>
                          <a:highlight>
                            <a:srgbClr val="FFFFFF"/>
                          </a:highlight>
                          <a:latin typeface="Arial"/>
                          <a:ea typeface="Arial"/>
                          <a:cs typeface="Arial"/>
                          <a:sym typeface="Arial"/>
                        </a:rPr>
                        <a:t>Class will not meet in person. You will complete one of two options: the Harvey Academy Legal Engineering Certification or a reflection exercise. The option you complete counts toward your In-Class Work grade, and completing it counts as your attendance for this week. I will post detailed instructions on Canvas.</a:t>
                      </a:r>
                    </a:p>
                    <a:p>
                      <a:pPr marL="0" marR="0" lvl="0" indent="0" algn="l" rtl="0">
                        <a:lnSpc>
                          <a:spcPct val="100000"/>
                        </a:lnSpc>
                        <a:spcBef>
                          <a:spcPts val="0"/>
                        </a:spcBef>
                        <a:spcAft>
                          <a:spcPts val="0"/>
                        </a:spcAft>
                        <a:buClr>
                          <a:srgbClr val="000000"/>
                        </a:buClr>
                        <a:buSzPts val="800"/>
                        <a:buFont typeface="Lato"/>
                        <a:buNone/>
                      </a:pPr>
                      <a:endParaRPr lang="en-US" sz="800" u="none" strike="noStrike" cap="none" dirty="0">
                        <a:solidFill>
                          <a:schemeClr val="dk1"/>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Lato"/>
                        <a:buNone/>
                      </a:pPr>
                      <a:r>
                        <a:rPr lang="en-US" sz="800" b="1" i="1" u="none" strike="noStrike" cap="none" dirty="0">
                          <a:solidFill>
                            <a:schemeClr val="dk1"/>
                          </a:solidFill>
                          <a:highlight>
                            <a:srgbClr val="FFFFFF"/>
                          </a:highlight>
                          <a:latin typeface="Arial"/>
                          <a:ea typeface="Arial"/>
                          <a:cs typeface="Arial"/>
                          <a:sym typeface="Arial"/>
                        </a:rPr>
                        <a:t>If we miss a class earlier in the term, that week will be the asynchronous week, and this will be the “make up” week.</a:t>
                      </a:r>
                      <a:endParaRPr sz="800" b="1" i="1" u="none" strike="noStrike" cap="none" dirty="0">
                        <a:solidFill>
                          <a:schemeClr val="dk1"/>
                        </a:solidFill>
                        <a:highlight>
                          <a:srgbClr val="FFFFFF"/>
                        </a:highlight>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US" sz="800" u="none" strike="noStrike" cap="none" dirty="0">
                          <a:latin typeface="Arial"/>
                          <a:ea typeface="Arial"/>
                          <a:cs typeface="Arial"/>
                          <a:sym typeface="Arial"/>
                        </a:rPr>
                        <a:t>Certification or reflection due on the last day of classes, by [time] (pass/fail; part of In-Class Work)</a:t>
                      </a:r>
                      <a:endParaRPr sz="800" u="none" strike="noStrike" cap="none" dirty="0">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800" u="none" strike="noStrike" cap="none" dirty="0">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US" sz="800" u="none" strike="noStrike" cap="none" dirty="0">
                          <a:latin typeface="Arial"/>
                          <a:ea typeface="Arial"/>
                          <a:cs typeface="Arial"/>
                          <a:sym typeface="Arial"/>
                        </a:rPr>
                        <a:t>Final Capstone Project due on the last day of classes, by [time] (traditional grading)</a:t>
                      </a:r>
                      <a:endParaRPr sz="800" u="none" strike="noStrike" cap="none" dirty="0">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1E44"/>
        </a:solidFill>
        <a:effectLst/>
      </p:bgPr>
    </p:bg>
    <p:spTree>
      <p:nvGrpSpPr>
        <p:cNvPr id="1" name="Shape 134"/>
        <p:cNvGrpSpPr/>
        <p:nvPr/>
      </p:nvGrpSpPr>
      <p:grpSpPr>
        <a:xfrm>
          <a:off x="0" y="0"/>
          <a:ext cx="0" cy="0"/>
          <a:chOff x="0" y="0"/>
          <a:chExt cx="0" cy="0"/>
        </a:xfrm>
      </p:grpSpPr>
      <p:sp>
        <p:nvSpPr>
          <p:cNvPr id="135" name="Google Shape;135;p17">
            <a:extLst>
              <a:ext uri="{C183D7F6-B498-43B3-948B-1728B52AA6E4}">
                <adec:decorative xmlns:adec="http://schemas.microsoft.com/office/drawing/2017/decorative" val="1"/>
              </a:ext>
            </a:extLst>
          </p:cNvPr>
          <p:cNvSpPr txBox="1">
            <a:spLocks noGrp="1"/>
          </p:cNvSpPr>
          <p:nvPr>
            <p:ph type="title"/>
          </p:nvPr>
        </p:nvSpPr>
        <p:spPr>
          <a:xfrm>
            <a:off x="807132" y="2390171"/>
            <a:ext cx="4242088" cy="1695849"/>
          </a:xfrm>
          <a:prstGeom prst="rect">
            <a:avLst/>
          </a:prstGeom>
          <a:noFill/>
          <a:ln>
            <a:noFill/>
          </a:ln>
        </p:spPr>
        <p:txBody>
          <a:bodyPr spcFirstLastPara="1" wrap="square" lIns="0" tIns="0" rIns="0" bIns="0" anchor="t" anchorCtr="0">
            <a:spAutoFit/>
          </a:bodyPr>
          <a:lstStyle/>
          <a:p>
            <a:pPr marL="0" lvl="0" indent="0" algn="l" rtl="0">
              <a:lnSpc>
                <a:spcPct val="95000"/>
              </a:lnSpc>
              <a:spcBef>
                <a:spcPts val="0"/>
              </a:spcBef>
              <a:spcAft>
                <a:spcPts val="0"/>
              </a:spcAft>
              <a:buClr>
                <a:schemeClr val="dk1"/>
              </a:buClr>
              <a:buSzPts val="5800"/>
              <a:buFont typeface="Raleway"/>
              <a:buNone/>
            </a:pPr>
            <a:r>
              <a:rPr lang="en-US" b="0">
                <a:solidFill>
                  <a:srgbClr val="FFFFFF"/>
                </a:solidFill>
                <a:latin typeface="Raleway"/>
                <a:ea typeface="Raleway"/>
                <a:cs typeface="Raleway"/>
                <a:sym typeface="Raleway"/>
              </a:rPr>
              <a:t>Course Details</a:t>
            </a:r>
            <a:endParaRPr/>
          </a:p>
        </p:txBody>
      </p:sp>
      <p:pic>
        <p:nvPicPr>
          <p:cNvPr id="136" name="Google Shape;136;p17"/>
          <p:cNvPicPr preferRelativeResize="0"/>
          <p:nvPr/>
        </p:nvPicPr>
        <p:blipFill rotWithShape="1">
          <a:blip r:embed="rId3">
            <a:alphaModFix/>
          </a:blip>
          <a:srcRect/>
          <a:stretch/>
        </p:blipFill>
        <p:spPr>
          <a:xfrm>
            <a:off x="5147249" y="1676707"/>
            <a:ext cx="3504586" cy="350458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8"/>
          <p:cNvSpPr txBox="1">
            <a:spLocks noGrp="1"/>
          </p:cNvSpPr>
          <p:nvPr>
            <p:ph type="title"/>
          </p:nvPr>
        </p:nvSpPr>
        <p:spPr>
          <a:xfrm>
            <a:off x="473529" y="682625"/>
            <a:ext cx="3052354" cy="1228028"/>
          </a:xfrm>
          <a:prstGeom prst="rect">
            <a:avLst/>
          </a:prstGeom>
          <a:noFill/>
          <a:ln>
            <a:noFill/>
          </a:ln>
        </p:spPr>
        <p:txBody>
          <a:bodyPr spcFirstLastPara="1" wrap="square" lIns="0" tIns="0" rIns="0" bIns="0" anchor="t" anchorCtr="0">
            <a:noAutofit/>
          </a:bodyPr>
          <a:lstStyle/>
          <a:p>
            <a:pPr marL="0" lvl="0" indent="0" algn="l" rtl="0">
              <a:lnSpc>
                <a:spcPct val="95000"/>
              </a:lnSpc>
              <a:spcBef>
                <a:spcPts val="0"/>
              </a:spcBef>
              <a:spcAft>
                <a:spcPts val="0"/>
              </a:spcAft>
              <a:buClr>
                <a:schemeClr val="dk2"/>
              </a:buClr>
              <a:buSzPts val="2800"/>
              <a:buFont typeface="Raleway"/>
              <a:buNone/>
            </a:pPr>
            <a:r>
              <a:rPr lang="en-US" b="0">
                <a:latin typeface="Raleway"/>
                <a:ea typeface="Raleway"/>
                <a:cs typeface="Raleway"/>
                <a:sym typeface="Raleway"/>
              </a:rPr>
              <a:t>Course Description</a:t>
            </a:r>
            <a:endParaRPr b="0">
              <a:latin typeface="Raleway"/>
              <a:ea typeface="Raleway"/>
              <a:cs typeface="Raleway"/>
              <a:sym typeface="Raleway"/>
            </a:endParaRPr>
          </a:p>
          <a:p>
            <a:pPr marL="0" lvl="0" indent="0" algn="l" rtl="0">
              <a:lnSpc>
                <a:spcPct val="95000"/>
              </a:lnSpc>
              <a:spcBef>
                <a:spcPts val="0"/>
              </a:spcBef>
              <a:spcAft>
                <a:spcPts val="0"/>
              </a:spcAft>
              <a:buClr>
                <a:schemeClr val="dk2"/>
              </a:buClr>
              <a:buSzPts val="2800"/>
              <a:buFont typeface="Raleway"/>
              <a:buNone/>
            </a:pPr>
            <a:r>
              <a:rPr lang="en-US" b="0">
                <a:latin typeface="Raleway"/>
                <a:ea typeface="Raleway"/>
                <a:cs typeface="Raleway"/>
                <a:sym typeface="Raleway"/>
              </a:rPr>
              <a:t>and Tools</a:t>
            </a:r>
            <a:br>
              <a:rPr lang="en-US" b="0">
                <a:latin typeface="Raleway"/>
                <a:ea typeface="Raleway"/>
                <a:cs typeface="Raleway"/>
                <a:sym typeface="Raleway"/>
              </a:rPr>
            </a:br>
            <a:br>
              <a:rPr lang="en-US" sz="1400" b="0">
                <a:latin typeface="Raleway"/>
                <a:ea typeface="Raleway"/>
                <a:cs typeface="Raleway"/>
                <a:sym typeface="Raleway"/>
              </a:rPr>
            </a:br>
            <a:endParaRPr sz="1400" b="0">
              <a:latin typeface="Open Sans"/>
              <a:ea typeface="Open Sans"/>
              <a:cs typeface="Open Sans"/>
              <a:sym typeface="Open Sans"/>
            </a:endParaRPr>
          </a:p>
        </p:txBody>
      </p:sp>
      <p:sp>
        <p:nvSpPr>
          <p:cNvPr id="142" name="Google Shape;142;p18"/>
          <p:cNvSpPr txBox="1">
            <a:spLocks noGrp="1"/>
          </p:cNvSpPr>
          <p:nvPr>
            <p:ph type="body" idx="1"/>
          </p:nvPr>
        </p:nvSpPr>
        <p:spPr>
          <a:xfrm>
            <a:off x="3807197" y="512824"/>
            <a:ext cx="5006700" cy="5623500"/>
          </a:xfrm>
          <a:prstGeom prst="rect">
            <a:avLst/>
          </a:prstGeom>
          <a:noFill/>
          <a:ln>
            <a:noFill/>
          </a:ln>
        </p:spPr>
        <p:txBody>
          <a:bodyPr spcFirstLastPara="1" wrap="square" lIns="0" tIns="0" rIns="0" bIns="0" anchor="t" anchorCtr="0">
            <a:noAutofit/>
          </a:bodyPr>
          <a:lstStyle/>
          <a:p>
            <a:pPr marL="0" lvl="3" indent="0" algn="l" rtl="0">
              <a:lnSpc>
                <a:spcPct val="113999"/>
              </a:lnSpc>
              <a:spcBef>
                <a:spcPts val="0"/>
              </a:spcBef>
              <a:spcAft>
                <a:spcPts val="0"/>
              </a:spcAft>
              <a:buClr>
                <a:srgbClr val="3598DB"/>
              </a:buClr>
              <a:buSzPts val="1100"/>
              <a:buNone/>
            </a:pPr>
            <a:r>
              <a:rPr lang="en-US" sz="2000">
                <a:solidFill>
                  <a:srgbClr val="3598DB"/>
                </a:solidFill>
                <a:latin typeface="Raleway"/>
                <a:ea typeface="Raleway"/>
                <a:cs typeface="Raleway"/>
                <a:sym typeface="Raleway"/>
              </a:rPr>
              <a:t>	</a:t>
            </a:r>
            <a:endParaRPr/>
          </a:p>
          <a:p>
            <a:pPr marL="0" lvl="3" indent="0" algn="l" rtl="0">
              <a:lnSpc>
                <a:spcPct val="113999"/>
              </a:lnSpc>
              <a:spcBef>
                <a:spcPts val="0"/>
              </a:spcBef>
              <a:spcAft>
                <a:spcPts val="0"/>
              </a:spcAft>
              <a:buClr>
                <a:srgbClr val="3598DB"/>
              </a:buClr>
              <a:buSzPts val="1100"/>
              <a:buNone/>
            </a:pPr>
            <a:r>
              <a:rPr lang="en-US" sz="2000">
                <a:solidFill>
                  <a:srgbClr val="3598DB"/>
                </a:solidFill>
                <a:latin typeface="Raleway"/>
                <a:ea typeface="Raleway"/>
                <a:cs typeface="Raleway"/>
                <a:sym typeface="Raleway"/>
              </a:rPr>
              <a:t>	Course Description</a:t>
            </a:r>
            <a:endParaRPr sz="2000">
              <a:solidFill>
                <a:srgbClr val="3598DB"/>
              </a:solidFill>
              <a:latin typeface="Raleway"/>
              <a:ea typeface="Raleway"/>
              <a:cs typeface="Raleway"/>
              <a:sym typeface="Raleway"/>
            </a:endParaRPr>
          </a:p>
          <a:p>
            <a:pPr marL="0" marR="25400" lvl="3" indent="0" algn="l" rtl="0">
              <a:lnSpc>
                <a:spcPct val="115000"/>
              </a:lnSpc>
              <a:spcBef>
                <a:spcPts val="0"/>
              </a:spcBef>
              <a:spcAft>
                <a:spcPts val="0"/>
              </a:spcAft>
              <a:buClr>
                <a:srgbClr val="3598DB"/>
              </a:buClr>
              <a:buSzPts val="900"/>
              <a:buNone/>
            </a:pPr>
            <a:endParaRPr sz="1400">
              <a:solidFill>
                <a:srgbClr val="0070C0"/>
              </a:solidFill>
              <a:latin typeface="Arial"/>
              <a:ea typeface="Arial"/>
              <a:cs typeface="Arial"/>
              <a:sym typeface="Arial"/>
            </a:endParaRPr>
          </a:p>
          <a:p>
            <a:pPr marL="0" marR="25400" lvl="3" indent="0" algn="l" rtl="0">
              <a:lnSpc>
                <a:spcPct val="115000"/>
              </a:lnSpc>
              <a:spcBef>
                <a:spcPts val="0"/>
              </a:spcBef>
              <a:spcAft>
                <a:spcPts val="0"/>
              </a:spcAft>
              <a:buClr>
                <a:srgbClr val="3598DB"/>
              </a:buClr>
              <a:buSzPts val="900"/>
              <a:buNone/>
            </a:pPr>
            <a:r>
              <a:rPr lang="en-US" sz="1200">
                <a:solidFill>
                  <a:schemeClr val="dk1"/>
                </a:solidFill>
                <a:latin typeface="Arial"/>
                <a:ea typeface="Arial"/>
                <a:cs typeface="Arial"/>
                <a:sym typeface="Arial"/>
              </a:rPr>
              <a:t>This course examines how AI is changing legal research. You will try out different AI tools while continuing to build your core legal research skills through hands-on practice. We will focus on accuracy, verification, professional judgment, source evaluation, and confidentiality. You will review AI-generated legal analysis, look for errors or unsupported claims, compare AI-assisted research with traditional methods, and document your research steps. </a:t>
            </a:r>
            <a:endParaRPr sz="1200">
              <a:solidFill>
                <a:schemeClr val="dk1"/>
              </a:solidFill>
              <a:latin typeface="Arial"/>
              <a:ea typeface="Arial"/>
              <a:cs typeface="Arial"/>
            </a:endParaRPr>
          </a:p>
          <a:p>
            <a:pPr marL="0" marR="25400" lvl="3" indent="0" algn="l" rtl="0">
              <a:lnSpc>
                <a:spcPct val="115000"/>
              </a:lnSpc>
              <a:spcBef>
                <a:spcPts val="0"/>
              </a:spcBef>
              <a:spcAft>
                <a:spcPts val="0"/>
              </a:spcAft>
              <a:buClr>
                <a:srgbClr val="3598DB"/>
              </a:buClr>
              <a:buSzPts val="900"/>
              <a:buNone/>
            </a:pPr>
            <a:endParaRPr sz="1200">
              <a:solidFill>
                <a:schemeClr val="dk1"/>
              </a:solidFill>
              <a:latin typeface="Arial"/>
              <a:ea typeface="Arial"/>
              <a:cs typeface="Arial"/>
            </a:endParaRPr>
          </a:p>
          <a:p>
            <a:pPr marL="0" marR="25400" lvl="3" indent="0" algn="l" rtl="0">
              <a:lnSpc>
                <a:spcPct val="115000"/>
              </a:lnSpc>
              <a:spcBef>
                <a:spcPts val="0"/>
              </a:spcBef>
              <a:spcAft>
                <a:spcPts val="0"/>
              </a:spcAft>
              <a:buClr>
                <a:srgbClr val="3598DB"/>
              </a:buClr>
              <a:buSzPts val="900"/>
              <a:buNone/>
            </a:pPr>
            <a:r>
              <a:rPr lang="en-US" sz="1200">
                <a:solidFill>
                  <a:schemeClr val="dk1"/>
                </a:solidFill>
                <a:latin typeface="Arial"/>
                <a:ea typeface="Arial"/>
                <a:cs typeface="Arial"/>
                <a:sym typeface="Arial"/>
              </a:rPr>
              <a:t>During the course, you will complete hands-on exercises where you use, review, verify, and evaluate AI-assisted research. The main take-home assignment will be a research project that includes documentation of the research process and a reflection. </a:t>
            </a:r>
            <a:endParaRPr sz="1200">
              <a:solidFill>
                <a:schemeClr val="dk1"/>
              </a:solidFill>
            </a:endParaRPr>
          </a:p>
          <a:p>
            <a:pPr marL="0" marR="25400" lvl="3" indent="0" algn="l" rtl="0">
              <a:lnSpc>
                <a:spcPct val="115000"/>
              </a:lnSpc>
              <a:spcBef>
                <a:spcPts val="0"/>
              </a:spcBef>
              <a:spcAft>
                <a:spcPts val="0"/>
              </a:spcAft>
              <a:buClr>
                <a:srgbClr val="3598DB"/>
              </a:buClr>
              <a:buSzPts val="900"/>
              <a:buNone/>
            </a:pPr>
            <a:endParaRPr sz="1200">
              <a:solidFill>
                <a:srgbClr val="3598DB"/>
              </a:solidFill>
              <a:ea typeface="Raleway"/>
            </a:endParaRPr>
          </a:p>
          <a:p>
            <a:pPr marL="0" lvl="0" indent="0" algn="l" rtl="0">
              <a:lnSpc>
                <a:spcPct val="113999"/>
              </a:lnSpc>
              <a:spcBef>
                <a:spcPts val="600"/>
              </a:spcBef>
              <a:spcAft>
                <a:spcPts val="0"/>
              </a:spcAft>
              <a:buSzPts val="1800"/>
              <a:buNone/>
            </a:pPr>
            <a:r>
              <a:rPr lang="en-US" sz="2000" i="0">
                <a:solidFill>
                  <a:srgbClr val="3598DB"/>
                </a:solidFill>
                <a:latin typeface="Raleway"/>
                <a:ea typeface="Raleway"/>
                <a:cs typeface="Raleway"/>
                <a:sym typeface="Raleway"/>
              </a:rPr>
              <a:t>	Tools and Resources </a:t>
            </a:r>
            <a:endParaRPr/>
          </a:p>
          <a:p>
            <a:pPr marL="0" lvl="0" indent="0" algn="l" rtl="0">
              <a:lnSpc>
                <a:spcPct val="100000"/>
              </a:lnSpc>
              <a:spcBef>
                <a:spcPts val="0"/>
              </a:spcBef>
              <a:spcAft>
                <a:spcPts val="0"/>
              </a:spcAft>
              <a:buSzPts val="1800"/>
              <a:buNone/>
            </a:pPr>
            <a:endParaRPr sz="1400" i="0">
              <a:solidFill>
                <a:schemeClr val="dk1"/>
              </a:solidFill>
              <a:latin typeface="Arial"/>
              <a:ea typeface="Arial"/>
              <a:cs typeface="Arial"/>
              <a:sym typeface="Arial"/>
            </a:endParaRPr>
          </a:p>
          <a:p>
            <a:pPr marL="0" indent="0">
              <a:lnSpc>
                <a:spcPct val="100000"/>
              </a:lnSpc>
              <a:spcBef>
                <a:spcPts val="0"/>
              </a:spcBef>
              <a:buNone/>
            </a:pPr>
            <a:endParaRPr lang="en-US" sz="1200" i="0">
              <a:solidFill>
                <a:schemeClr val="dk1"/>
              </a:solidFill>
              <a:latin typeface="Arial"/>
              <a:ea typeface="Arial"/>
              <a:cs typeface="Arial"/>
              <a:sym typeface="Arial"/>
            </a:endParaRPr>
          </a:p>
          <a:p>
            <a:pPr marL="0" lvl="0" indent="0" algn="l">
              <a:lnSpc>
                <a:spcPct val="100000"/>
              </a:lnSpc>
              <a:spcBef>
                <a:spcPts val="0"/>
              </a:spcBef>
              <a:spcAft>
                <a:spcPts val="0"/>
              </a:spcAft>
              <a:buSzPts val="1800"/>
              <a:buNone/>
            </a:pPr>
            <a:r>
              <a:rPr lang="en-US" sz="1200" i="0">
                <a:solidFill>
                  <a:schemeClr val="dk1"/>
                </a:solidFill>
                <a:latin typeface="Arial"/>
                <a:ea typeface="Arial"/>
                <a:cs typeface="Arial"/>
                <a:sym typeface="Arial"/>
              </a:rPr>
              <a:t>There is no required textbook. </a:t>
            </a:r>
            <a:endParaRPr sz="1200">
              <a:solidFill>
                <a:schemeClr val="dk1"/>
              </a:solidFill>
              <a:latin typeface="Arial"/>
              <a:cs typeface="Arial"/>
            </a:endParaRPr>
          </a:p>
          <a:p>
            <a:pPr marL="0" lvl="0" indent="0" algn="l" rtl="0">
              <a:lnSpc>
                <a:spcPct val="100000"/>
              </a:lnSpc>
              <a:spcBef>
                <a:spcPts val="0"/>
              </a:spcBef>
              <a:spcAft>
                <a:spcPts val="0"/>
              </a:spcAft>
              <a:buSzPts val="1800"/>
              <a:buNone/>
            </a:pPr>
            <a:endParaRPr sz="1200" i="0">
              <a:solidFill>
                <a:schemeClr val="dk1"/>
              </a:solidFill>
              <a:latin typeface="Arial"/>
              <a:ea typeface="Arial"/>
              <a:cs typeface="Arial"/>
            </a:endParaRPr>
          </a:p>
          <a:p>
            <a:pPr marL="0" lvl="0" indent="0" algn="l" rtl="0">
              <a:lnSpc>
                <a:spcPct val="100000"/>
              </a:lnSpc>
              <a:spcBef>
                <a:spcPts val="0"/>
              </a:spcBef>
              <a:spcAft>
                <a:spcPts val="0"/>
              </a:spcAft>
              <a:buSzPts val="1800"/>
              <a:buNone/>
            </a:pPr>
            <a:r>
              <a:rPr lang="en-US" sz="1200" i="0">
                <a:solidFill>
                  <a:schemeClr val="dk1"/>
                </a:solidFill>
                <a:latin typeface="Arial"/>
                <a:ea typeface="Arial"/>
                <a:cs typeface="Arial"/>
                <a:sym typeface="Arial"/>
              </a:rPr>
              <a:t>We will be using Westlaw, Lexis, Bloomberg Law, Harvey, and University-supplied general AI tools (AI Studio and Copilot).</a:t>
            </a:r>
            <a:endParaRPr sz="1200" b="0" i="1">
              <a:solidFill>
                <a:schemeClr val="dk1"/>
              </a:solidFill>
              <a:latin typeface="Arial"/>
              <a:ea typeface="Arial"/>
              <a:cs typeface="Arial"/>
            </a:endParaRPr>
          </a:p>
          <a:p>
            <a:pPr marL="0" marR="25400" lvl="3" indent="114300" algn="l" rtl="0">
              <a:lnSpc>
                <a:spcPct val="115000"/>
              </a:lnSpc>
              <a:spcBef>
                <a:spcPts val="600"/>
              </a:spcBef>
              <a:spcAft>
                <a:spcPts val="0"/>
              </a:spcAft>
              <a:buSzPts val="1800"/>
              <a:buNone/>
            </a:pPr>
            <a:endParaRPr sz="1100" i="0">
              <a:solidFill>
                <a:srgbClr val="2F3932"/>
              </a:solidFill>
              <a:highlight>
                <a:srgbClr val="C6C6C6"/>
              </a:highlight>
              <a:latin typeface="Arial"/>
              <a:ea typeface="Arial"/>
              <a:cs typeface="Arial"/>
              <a:sym typeface="Arial"/>
            </a:endParaRPr>
          </a:p>
          <a:p>
            <a:pPr marL="0" lvl="0" indent="0" algn="l" rtl="0">
              <a:lnSpc>
                <a:spcPct val="120000"/>
              </a:lnSpc>
              <a:spcBef>
                <a:spcPts val="600"/>
              </a:spcBef>
              <a:spcAft>
                <a:spcPts val="0"/>
              </a:spcAft>
              <a:buSzPts val="1800"/>
              <a:buNone/>
            </a:pPr>
            <a:endParaRPr/>
          </a:p>
          <a:p>
            <a:pPr marL="0" lvl="0" indent="0" algn="l" rtl="0">
              <a:lnSpc>
                <a:spcPct val="100000"/>
              </a:lnSpc>
              <a:spcBef>
                <a:spcPts val="1200"/>
              </a:spcBef>
              <a:spcAft>
                <a:spcPts val="0"/>
              </a:spcAft>
              <a:buClr>
                <a:srgbClr val="2D3B45"/>
              </a:buClr>
              <a:buSzPts val="1200"/>
              <a:buNone/>
            </a:pPr>
            <a:endParaRPr/>
          </a:p>
          <a:p>
            <a:pPr marL="0" lvl="0" indent="0" algn="l" rtl="0">
              <a:lnSpc>
                <a:spcPct val="100000"/>
              </a:lnSpc>
              <a:spcBef>
                <a:spcPts val="1100"/>
              </a:spcBef>
              <a:spcAft>
                <a:spcPts val="0"/>
              </a:spcAft>
              <a:buClr>
                <a:schemeClr val="accent1"/>
              </a:buClr>
              <a:buSzPts val="1200"/>
              <a:buNone/>
            </a:pPr>
            <a:endParaRPr sz="1200" i="0">
              <a:solidFill>
                <a:srgbClr val="2D3B45"/>
              </a:solidFill>
              <a:latin typeface="Open Sans"/>
              <a:ea typeface="Open Sans"/>
              <a:cs typeface="Open Sans"/>
              <a:sym typeface="Open Sans"/>
            </a:endParaRPr>
          </a:p>
          <a:p>
            <a:pPr marL="0" lvl="3" indent="0" algn="l" rtl="0">
              <a:lnSpc>
                <a:spcPct val="100000"/>
              </a:lnSpc>
              <a:spcBef>
                <a:spcPts val="1100"/>
              </a:spcBef>
              <a:spcAft>
                <a:spcPts val="0"/>
              </a:spcAft>
              <a:buClr>
                <a:srgbClr val="2D3B45"/>
              </a:buClr>
              <a:buSzPts val="1200"/>
              <a:buNone/>
            </a:pPr>
            <a:endParaRPr/>
          </a:p>
          <a:p>
            <a:pPr marL="171450" lvl="0" indent="-171450" algn="l" rtl="0">
              <a:lnSpc>
                <a:spcPct val="100000"/>
              </a:lnSpc>
              <a:spcBef>
                <a:spcPts val="500"/>
              </a:spcBef>
              <a:spcAft>
                <a:spcPts val="0"/>
              </a:spcAft>
              <a:buClr>
                <a:srgbClr val="262626"/>
              </a:buClr>
              <a:buSzPts val="1200"/>
              <a:buNone/>
            </a:pPr>
            <a:endParaRPr sz="1400" i="0">
              <a:solidFill>
                <a:srgbClr val="2D3B45"/>
              </a:solidFill>
              <a:latin typeface="Lato"/>
              <a:ea typeface="Lato"/>
              <a:cs typeface="Lato"/>
              <a:sym typeface="Lato"/>
            </a:endParaRPr>
          </a:p>
          <a:p>
            <a:pPr marL="0" lvl="0" indent="0" algn="l" rtl="0">
              <a:lnSpc>
                <a:spcPct val="120000"/>
              </a:lnSpc>
              <a:spcBef>
                <a:spcPts val="600"/>
              </a:spcBef>
              <a:spcAft>
                <a:spcPts val="0"/>
              </a:spcAft>
              <a:buClr>
                <a:schemeClr val="accent1"/>
              </a:buClr>
              <a:buSzPts val="2000"/>
              <a:buNone/>
            </a:pPr>
            <a:endParaRPr sz="2000" i="0">
              <a:solidFill>
                <a:srgbClr val="3598DB"/>
              </a:solidFill>
              <a:latin typeface="Raleway"/>
              <a:ea typeface="Raleway"/>
              <a:cs typeface="Raleway"/>
              <a:sym typeface="Raleway"/>
            </a:endParaRPr>
          </a:p>
          <a:p>
            <a:pPr marL="0" lvl="0" indent="0" algn="l" rtl="0">
              <a:lnSpc>
                <a:spcPct val="120000"/>
              </a:lnSpc>
              <a:spcBef>
                <a:spcPts val="1100"/>
              </a:spcBef>
              <a:spcAft>
                <a:spcPts val="0"/>
              </a:spcAft>
              <a:buClr>
                <a:schemeClr val="accent1"/>
              </a:buClr>
              <a:buSzPts val="2000"/>
              <a:buNone/>
            </a:pPr>
            <a:endParaRPr sz="2000" i="0">
              <a:solidFill>
                <a:srgbClr val="3598DB"/>
              </a:solidFill>
              <a:latin typeface="Raleway"/>
              <a:ea typeface="Raleway"/>
              <a:cs typeface="Raleway"/>
              <a:sym typeface="Raleway"/>
            </a:endParaRPr>
          </a:p>
          <a:p>
            <a:pPr marL="0" lvl="0" indent="0" algn="l" rtl="0">
              <a:lnSpc>
                <a:spcPct val="120000"/>
              </a:lnSpc>
              <a:spcBef>
                <a:spcPts val="1100"/>
              </a:spcBef>
              <a:spcAft>
                <a:spcPts val="0"/>
              </a:spcAft>
              <a:buClr>
                <a:schemeClr val="accent1"/>
              </a:buClr>
              <a:buSzPts val="1400"/>
              <a:buNone/>
            </a:pPr>
            <a:endParaRPr sz="1400" i="0">
              <a:solidFill>
                <a:srgbClr val="2D3B45"/>
              </a:solidFill>
              <a:latin typeface="Lato"/>
              <a:ea typeface="Lato"/>
              <a:cs typeface="Lato"/>
              <a:sym typeface="Lato"/>
            </a:endParaRPr>
          </a:p>
          <a:p>
            <a:pPr marL="0" lvl="0" indent="0" algn="l" rtl="0">
              <a:lnSpc>
                <a:spcPct val="120000"/>
              </a:lnSpc>
              <a:spcBef>
                <a:spcPts val="1100"/>
              </a:spcBef>
              <a:spcAft>
                <a:spcPts val="0"/>
              </a:spcAft>
              <a:buClr>
                <a:schemeClr val="accent1"/>
              </a:buClr>
              <a:buSzPts val="1400"/>
              <a:buNone/>
            </a:pPr>
            <a:endParaRPr sz="1400">
              <a:latin typeface="Lato"/>
              <a:ea typeface="Lato"/>
              <a:cs typeface="Lato"/>
              <a:sym typeface="Lato"/>
            </a:endParaRPr>
          </a:p>
          <a:p>
            <a:pPr marL="0" lvl="0" indent="0" algn="l" rtl="0">
              <a:lnSpc>
                <a:spcPct val="120000"/>
              </a:lnSpc>
              <a:spcBef>
                <a:spcPts val="1100"/>
              </a:spcBef>
              <a:spcAft>
                <a:spcPts val="0"/>
              </a:spcAft>
              <a:buClr>
                <a:schemeClr val="accent1"/>
              </a:buClr>
              <a:buSzPts val="1500"/>
              <a:buFont typeface="Arial"/>
              <a:buNone/>
            </a:pPr>
            <a:endParaRPr>
              <a:solidFill>
                <a:srgbClr val="3598DB"/>
              </a:solidFill>
              <a:latin typeface="Corbel"/>
              <a:ea typeface="Corbel"/>
              <a:cs typeface="Corbel"/>
              <a:sym typeface="Corbel"/>
            </a:endParaRPr>
          </a:p>
          <a:p>
            <a:pPr marL="0" lvl="0" indent="0" algn="l" rtl="0">
              <a:lnSpc>
                <a:spcPct val="120000"/>
              </a:lnSpc>
              <a:spcBef>
                <a:spcPts val="1800"/>
              </a:spcBef>
              <a:spcAft>
                <a:spcPts val="0"/>
              </a:spcAft>
              <a:buClr>
                <a:schemeClr val="accent1"/>
              </a:buClr>
              <a:buSzPts val="1000"/>
              <a:buNone/>
            </a:pPr>
            <a:endParaRPr sz="1000">
              <a:solidFill>
                <a:srgbClr val="C00000"/>
              </a:solidFill>
              <a:latin typeface="Open Sans"/>
              <a:ea typeface="Open Sans"/>
              <a:cs typeface="Open Sans"/>
              <a:sym typeface="Open Sans"/>
            </a:endParaRPr>
          </a:p>
        </p:txBody>
      </p:sp>
      <p:sp>
        <p:nvSpPr>
          <p:cNvPr id="143" name="Google Shape;143;p18"/>
          <p:cNvSpPr txBox="1"/>
          <p:nvPr/>
        </p:nvSpPr>
        <p:spPr>
          <a:xfrm>
            <a:off x="473529" y="6309179"/>
            <a:ext cx="7566520" cy="54882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chemeClr val="lt2"/>
              </a:buClr>
              <a:buSzPts val="800"/>
              <a:buFont typeface="Arial"/>
              <a:buChar char="​"/>
            </a:pPr>
            <a:r>
              <a:rPr lang="en-US" sz="800" b="0" i="0" u="none" strike="noStrike" cap="none">
                <a:solidFill>
                  <a:schemeClr val="lt2"/>
                </a:solidFill>
                <a:latin typeface="Open Sans"/>
                <a:ea typeface="Open Sans"/>
                <a:cs typeface="Open Sans"/>
                <a:sym typeface="Open Sans"/>
              </a:rPr>
              <a:t>AI and Legal Research | [Term] | Professor [name] | Syllabus</a:t>
            </a:r>
            <a:endParaRPr sz="1400" b="0" i="0" u="none" strike="noStrike" cap="none">
              <a:solidFill>
                <a:srgbClr val="000000"/>
              </a:solidFill>
              <a:latin typeface="Arial"/>
              <a:ea typeface="Arial"/>
              <a:cs typeface="Arial"/>
              <a:sym typeface="Arial"/>
            </a:endParaRPr>
          </a:p>
        </p:txBody>
      </p:sp>
      <p:sp>
        <p:nvSpPr>
          <p:cNvPr id="145" name="Google Shape;145;p18" descr="Monitor with solid fill"/>
          <p:cNvSpPr/>
          <p:nvPr/>
        </p:nvSpPr>
        <p:spPr>
          <a:xfrm>
            <a:off x="3982376" y="4305407"/>
            <a:ext cx="548821" cy="548821"/>
          </a:xfrm>
          <a:prstGeom prst="rect">
            <a:avLst/>
          </a:prstGeom>
          <a:noFill/>
          <a:ln>
            <a:noFill/>
          </a:ln>
        </p:spPr>
        <p:txBody>
          <a:bodyPr/>
          <a:lstStyle/>
          <a:p>
            <a:endParaRPr lang="en-US"/>
          </a:p>
        </p:txBody>
      </p:sp>
      <p:pic>
        <p:nvPicPr>
          <p:cNvPr id="5" name="Picture 4">
            <a:extLst>
              <a:ext uri="{FF2B5EF4-FFF2-40B4-BE49-F238E27FC236}">
                <a16:creationId xmlns:a16="http://schemas.microsoft.com/office/drawing/2014/main" id="{D5208C17-1475-AC46-AE17-D2571222A3E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527439" y="388290"/>
            <a:ext cx="1225035" cy="1225035"/>
          </a:xfrm>
          <a:prstGeom prst="rect">
            <a:avLst/>
          </a:prstGeom>
        </p:spPr>
      </p:pic>
      <p:pic>
        <p:nvPicPr>
          <p:cNvPr id="6" name="Picture 5">
            <a:extLst>
              <a:ext uri="{FF2B5EF4-FFF2-40B4-BE49-F238E27FC236}">
                <a16:creationId xmlns:a16="http://schemas.microsoft.com/office/drawing/2014/main" id="{23F8A392-1AAC-AE07-DBAC-8DEDE2155568}"/>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527438" y="3975889"/>
            <a:ext cx="1230504" cy="12140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9"/>
          <p:cNvSpPr txBox="1">
            <a:spLocks noGrp="1"/>
          </p:cNvSpPr>
          <p:nvPr>
            <p:ph type="title"/>
          </p:nvPr>
        </p:nvSpPr>
        <p:spPr>
          <a:xfrm>
            <a:off x="473529" y="682625"/>
            <a:ext cx="2673493" cy="1227900"/>
          </a:xfrm>
          <a:prstGeom prst="rect">
            <a:avLst/>
          </a:prstGeom>
          <a:noFill/>
          <a:ln>
            <a:noFill/>
          </a:ln>
        </p:spPr>
        <p:txBody>
          <a:bodyPr spcFirstLastPara="1" wrap="square" lIns="0" tIns="0" rIns="0" bIns="0" anchor="t" anchorCtr="0">
            <a:noAutofit/>
          </a:bodyPr>
          <a:lstStyle/>
          <a:p>
            <a:pPr>
              <a:buSzPts val="2800"/>
            </a:pPr>
            <a:r>
              <a:rPr lang="en-US" b="0">
                <a:latin typeface="Raleway"/>
                <a:ea typeface="Raleway"/>
                <a:cs typeface="Raleway"/>
                <a:sym typeface="Raleway"/>
              </a:rPr>
              <a:t>Learning Objectives, Credits, and Workload</a:t>
            </a:r>
            <a:br>
              <a:rPr lang="en-US" sz="1400" b="0">
                <a:latin typeface="Raleway"/>
                <a:ea typeface="Raleway"/>
                <a:cs typeface="Raleway"/>
              </a:rPr>
            </a:br>
            <a:endParaRPr sz="1400" b="0">
              <a:latin typeface="Open Sans"/>
              <a:ea typeface="Open Sans"/>
              <a:cs typeface="Open Sans"/>
              <a:sym typeface="Open Sans"/>
            </a:endParaRPr>
          </a:p>
        </p:txBody>
      </p:sp>
      <p:sp>
        <p:nvSpPr>
          <p:cNvPr id="151" name="Google Shape;151;p19"/>
          <p:cNvSpPr txBox="1">
            <a:spLocks noGrp="1"/>
          </p:cNvSpPr>
          <p:nvPr>
            <p:ph type="body" idx="1"/>
          </p:nvPr>
        </p:nvSpPr>
        <p:spPr>
          <a:xfrm>
            <a:off x="3757977" y="616733"/>
            <a:ext cx="5006700" cy="5623500"/>
          </a:xfrm>
          <a:prstGeom prst="rect">
            <a:avLst/>
          </a:prstGeom>
          <a:noFill/>
          <a:ln>
            <a:noFill/>
          </a:ln>
        </p:spPr>
        <p:txBody>
          <a:bodyPr spcFirstLastPara="1" wrap="square" lIns="0" tIns="0" rIns="0" bIns="0" anchor="t" anchorCtr="0">
            <a:noAutofit/>
          </a:bodyPr>
          <a:lstStyle/>
          <a:p>
            <a:pPr marL="0" marR="25400" indent="-57150">
              <a:lnSpc>
                <a:spcPct val="115000"/>
              </a:lnSpc>
              <a:buClr>
                <a:srgbClr val="3598DB"/>
              </a:buClr>
              <a:buSzPts val="900"/>
            </a:pPr>
            <a:r>
              <a:rPr lang="en-US" sz="2000" i="0" dirty="0">
                <a:solidFill>
                  <a:srgbClr val="3598DB"/>
                </a:solidFill>
                <a:latin typeface="Raleway"/>
                <a:ea typeface="Arial"/>
                <a:cs typeface="Arial"/>
              </a:rPr>
              <a:t>       Learning Objectives</a:t>
            </a:r>
            <a:endParaRPr lang="en-US" dirty="0"/>
          </a:p>
          <a:p>
            <a:pPr marL="0" marR="25400" indent="-57150">
              <a:lnSpc>
                <a:spcPct val="114999"/>
              </a:lnSpc>
              <a:buClr>
                <a:srgbClr val="3598DB"/>
              </a:buClr>
              <a:buSzPts val="900"/>
            </a:pPr>
            <a:endParaRPr lang="en-US" sz="1200" i="0" dirty="0">
              <a:solidFill>
                <a:schemeClr val="dk1"/>
              </a:solidFill>
              <a:latin typeface="Arial"/>
              <a:ea typeface="Arial"/>
              <a:cs typeface="Arial"/>
              <a:sym typeface="Arial"/>
            </a:endParaRPr>
          </a:p>
          <a:p>
            <a:pPr marL="0" marR="25400" lvl="0" indent="-57150" algn="l">
              <a:lnSpc>
                <a:spcPct val="114999"/>
              </a:lnSpc>
              <a:spcBef>
                <a:spcPts val="600"/>
              </a:spcBef>
              <a:spcAft>
                <a:spcPts val="0"/>
              </a:spcAft>
              <a:buClr>
                <a:srgbClr val="3598DB"/>
              </a:buClr>
              <a:buSzPts val="900"/>
              <a:buChar char="​"/>
            </a:pPr>
            <a:r>
              <a:rPr lang="en-US" sz="1200" i="0" dirty="0">
                <a:solidFill>
                  <a:schemeClr val="dk1"/>
                </a:solidFill>
                <a:latin typeface="Arial"/>
                <a:ea typeface="Arial"/>
                <a:cs typeface="Arial"/>
                <a:sym typeface="Arial"/>
              </a:rPr>
              <a:t>At the end of the course, you will be able to:</a:t>
            </a:r>
            <a:endParaRPr lang="en-US" sz="1200" i="0" dirty="0">
              <a:solidFill>
                <a:schemeClr val="dk1"/>
              </a:solidFill>
              <a:latin typeface="Arial"/>
              <a:ea typeface="Arial"/>
              <a:cs typeface="Arial"/>
            </a:endParaRPr>
          </a:p>
          <a:p>
            <a:pPr marL="0" marR="25400" lvl="0" indent="63500" algn="l" rtl="0">
              <a:lnSpc>
                <a:spcPct val="115000"/>
              </a:lnSpc>
              <a:spcBef>
                <a:spcPts val="0"/>
              </a:spcBef>
              <a:spcAft>
                <a:spcPts val="0"/>
              </a:spcAft>
              <a:buClr>
                <a:schemeClr val="dk1"/>
              </a:buClr>
              <a:buSzPts val="1000"/>
              <a:buFont typeface="Open Sans"/>
              <a:buNone/>
            </a:pPr>
            <a:endParaRPr sz="1200" i="0" dirty="0">
              <a:solidFill>
                <a:schemeClr val="dk1"/>
              </a:solidFill>
              <a:latin typeface="Arial"/>
              <a:ea typeface="Arial"/>
              <a:cs typeface="Arial"/>
            </a:endParaRPr>
          </a:p>
          <a:p>
            <a:pPr marL="171450" marR="25400" lvl="3" indent="-171450" algn="l" rtl="0">
              <a:lnSpc>
                <a:spcPct val="115000"/>
              </a:lnSpc>
              <a:spcBef>
                <a:spcPts val="0"/>
              </a:spcBef>
              <a:spcAft>
                <a:spcPts val="0"/>
              </a:spcAft>
              <a:buClr>
                <a:schemeClr val="dk1"/>
              </a:buClr>
              <a:buSzPts val="1000"/>
              <a:buFont typeface="Noto Sans Symbols"/>
              <a:buChar char="▪"/>
            </a:pPr>
            <a:r>
              <a:rPr lang="en-US" sz="1200" i="0" dirty="0">
                <a:solidFill>
                  <a:schemeClr val="dk1"/>
                </a:solidFill>
                <a:latin typeface="Arial"/>
                <a:ea typeface="Arial"/>
                <a:cs typeface="Arial"/>
                <a:sym typeface="Arial"/>
              </a:rPr>
              <a:t>Write clear prompts by understanding your research goals, any confidentiality issues, and what each research system can do. </a:t>
            </a:r>
            <a:endParaRPr sz="1200" i="0" dirty="0">
              <a:solidFill>
                <a:schemeClr val="dk1"/>
              </a:solidFill>
              <a:latin typeface="Arial"/>
              <a:ea typeface="Arial"/>
              <a:cs typeface="Arial"/>
            </a:endParaRPr>
          </a:p>
          <a:p>
            <a:pPr marL="171450" marR="25400" lvl="3" indent="-171450" algn="l" rtl="0">
              <a:lnSpc>
                <a:spcPct val="115000"/>
              </a:lnSpc>
              <a:spcBef>
                <a:spcPts val="0"/>
              </a:spcBef>
              <a:spcAft>
                <a:spcPts val="0"/>
              </a:spcAft>
              <a:buClr>
                <a:schemeClr val="dk1"/>
              </a:buClr>
              <a:buSzPts val="1000"/>
              <a:buFont typeface="Noto Sans Symbols"/>
              <a:buChar char="▪"/>
            </a:pPr>
            <a:r>
              <a:rPr lang="en-US" sz="1200" i="0" dirty="0">
                <a:solidFill>
                  <a:schemeClr val="dk1"/>
                </a:solidFill>
                <a:latin typeface="Arial"/>
                <a:ea typeface="Arial"/>
                <a:cs typeface="Arial"/>
                <a:sym typeface="Arial"/>
              </a:rPr>
              <a:t>Critically evaluate AI-generated legal analysis to check if it is accurate, complete, well-reasoned, authoritative, and supported by reliable sources.   </a:t>
            </a:r>
            <a:endParaRPr sz="1200" i="0" dirty="0">
              <a:solidFill>
                <a:schemeClr val="dk1"/>
              </a:solidFill>
              <a:latin typeface="Arial"/>
              <a:ea typeface="Arial"/>
              <a:cs typeface="Arial"/>
            </a:endParaRPr>
          </a:p>
          <a:p>
            <a:pPr marL="171450" marR="25400" lvl="3" indent="-171450" algn="l" rtl="0">
              <a:lnSpc>
                <a:spcPct val="115000"/>
              </a:lnSpc>
              <a:spcBef>
                <a:spcPts val="0"/>
              </a:spcBef>
              <a:spcAft>
                <a:spcPts val="0"/>
              </a:spcAft>
              <a:buClr>
                <a:schemeClr val="dk1"/>
              </a:buClr>
              <a:buSzPts val="1000"/>
              <a:buFont typeface="Noto Sans Symbols"/>
              <a:buChar char="▪"/>
            </a:pPr>
            <a:r>
              <a:rPr lang="en-US" sz="1200" i="0" dirty="0">
                <a:solidFill>
                  <a:schemeClr val="dk1"/>
                </a:solidFill>
                <a:latin typeface="Arial"/>
                <a:ea typeface="Arial"/>
                <a:cs typeface="Arial"/>
                <a:sym typeface="Arial"/>
              </a:rPr>
              <a:t>Decide how to incorporate generative AI into a legal research workflow.</a:t>
            </a:r>
            <a:endParaRPr sz="1200" dirty="0">
              <a:solidFill>
                <a:schemeClr val="dk1"/>
              </a:solidFill>
              <a:latin typeface="Arial"/>
              <a:ea typeface="Arial"/>
              <a:cs typeface="Arial"/>
            </a:endParaRPr>
          </a:p>
          <a:p>
            <a:pPr marL="171450" marR="25400" lvl="3" indent="-171450" algn="l" rtl="0">
              <a:lnSpc>
                <a:spcPct val="115000"/>
              </a:lnSpc>
              <a:spcBef>
                <a:spcPts val="0"/>
              </a:spcBef>
              <a:spcAft>
                <a:spcPts val="0"/>
              </a:spcAft>
              <a:buClr>
                <a:schemeClr val="dk1"/>
              </a:buClr>
              <a:buSzPts val="1000"/>
              <a:buFont typeface="Noto Sans Symbols"/>
              <a:buChar char="▪"/>
            </a:pPr>
            <a:r>
              <a:rPr lang="en-US" sz="1200" dirty="0">
                <a:solidFill>
                  <a:schemeClr val="dk1"/>
                </a:solidFill>
                <a:latin typeface="Arial"/>
                <a:ea typeface="Arial"/>
                <a:cs typeface="Arial"/>
                <a:sym typeface="Arial"/>
              </a:rPr>
              <a:t>Explain and reflect on the impact </a:t>
            </a:r>
            <a:r>
              <a:rPr lang="en-US" sz="1200" i="0" dirty="0">
                <a:solidFill>
                  <a:schemeClr val="dk1"/>
                </a:solidFill>
                <a:latin typeface="Arial"/>
                <a:ea typeface="Arial"/>
                <a:cs typeface="Arial"/>
                <a:sym typeface="Arial"/>
              </a:rPr>
              <a:t>of generative AI in legal research, legal practice, and the larger society.</a:t>
            </a:r>
            <a:endParaRPr sz="1200" dirty="0">
              <a:solidFill>
                <a:schemeClr val="dk1"/>
              </a:solidFill>
            </a:endParaRPr>
          </a:p>
          <a:p>
            <a:pPr marL="171450" marR="25400" lvl="3" indent="-171450" algn="l" rtl="0">
              <a:lnSpc>
                <a:spcPct val="115000"/>
              </a:lnSpc>
              <a:spcBef>
                <a:spcPts val="0"/>
              </a:spcBef>
              <a:spcAft>
                <a:spcPts val="0"/>
              </a:spcAft>
              <a:buClr>
                <a:schemeClr val="dk1"/>
              </a:buClr>
              <a:buSzPts val="1000"/>
              <a:buFont typeface="Noto Sans Symbols"/>
              <a:buChar char="▪"/>
            </a:pPr>
            <a:r>
              <a:rPr lang="en-US" sz="1200" dirty="0">
                <a:solidFill>
                  <a:schemeClr val="dk1"/>
                </a:solidFill>
                <a:latin typeface="Arial"/>
                <a:ea typeface="Arial"/>
                <a:cs typeface="Arial"/>
                <a:sym typeface="Arial"/>
              </a:rPr>
              <a:t>Build a sustainable habit of tracking developments in generative AI.</a:t>
            </a:r>
            <a:r>
              <a:rPr lang="en-US" sz="1400" dirty="0">
                <a:solidFill>
                  <a:schemeClr val="dk1"/>
                </a:solidFill>
                <a:latin typeface="Arial"/>
                <a:ea typeface="Arial"/>
                <a:cs typeface="Arial"/>
                <a:sym typeface="Arial"/>
              </a:rPr>
              <a:t> </a:t>
            </a:r>
            <a:endParaRPr sz="1400" i="0" dirty="0">
              <a:solidFill>
                <a:schemeClr val="dk1"/>
              </a:solidFill>
              <a:latin typeface="Arial"/>
              <a:ea typeface="Arial"/>
              <a:cs typeface="Arial"/>
            </a:endParaRPr>
          </a:p>
          <a:p>
            <a:pPr marL="0" marR="25400" lvl="0" indent="0" algn="l" rtl="0">
              <a:lnSpc>
                <a:spcPct val="115000"/>
              </a:lnSpc>
              <a:spcBef>
                <a:spcPts val="600"/>
              </a:spcBef>
              <a:spcAft>
                <a:spcPts val="0"/>
              </a:spcAft>
              <a:buSzPts val="1800"/>
              <a:buNone/>
            </a:pPr>
            <a:endParaRPr sz="1100" i="0" dirty="0">
              <a:solidFill>
                <a:srgbClr val="2F3932"/>
              </a:solidFill>
              <a:highlight>
                <a:srgbClr val="C6C6C6"/>
              </a:highlight>
              <a:latin typeface="Arial"/>
              <a:ea typeface="Arial"/>
              <a:cs typeface="Arial"/>
              <a:sym typeface="Arial"/>
            </a:endParaRPr>
          </a:p>
          <a:p>
            <a:pPr marL="0" marR="25400" indent="0">
              <a:lnSpc>
                <a:spcPct val="114999"/>
              </a:lnSpc>
              <a:buNone/>
            </a:pPr>
            <a:r>
              <a:rPr lang="en-US" sz="2000" i="0" dirty="0">
                <a:solidFill>
                  <a:srgbClr val="3598DB"/>
                </a:solidFill>
                <a:latin typeface="Raleway"/>
                <a:cs typeface="Arial"/>
              </a:rPr>
              <a:t>          Credits and Workload</a:t>
            </a:r>
            <a:r>
              <a:rPr lang="en-US" dirty="0">
                <a:solidFill>
                  <a:srgbClr val="E34A06"/>
                </a:solidFill>
                <a:cs typeface="Arial"/>
              </a:rPr>
              <a:t> </a:t>
            </a:r>
            <a:endParaRPr dirty="0"/>
          </a:p>
          <a:p>
            <a:pPr marL="0" marR="25400" indent="0">
              <a:lnSpc>
                <a:spcPct val="115000"/>
              </a:lnSpc>
              <a:buClr>
                <a:srgbClr val="E34A06"/>
              </a:buClr>
              <a:buNone/>
            </a:pPr>
            <a:endParaRPr lang="en-US" sz="1200" dirty="0">
              <a:solidFill>
                <a:schemeClr val="dk1"/>
              </a:solidFill>
            </a:endParaRPr>
          </a:p>
          <a:p>
            <a:pPr marL="0" marR="25400" indent="0">
              <a:lnSpc>
                <a:spcPct val="114999"/>
              </a:lnSpc>
              <a:buNone/>
            </a:pPr>
            <a:r>
              <a:rPr lang="en-US" sz="1200" dirty="0">
                <a:solidFill>
                  <a:schemeClr val="dk1"/>
                </a:solidFill>
              </a:rPr>
              <a:t>This is a 1-credit course.</a:t>
            </a:r>
            <a:endParaRPr lang="en-US" sz="1100" dirty="0">
              <a:solidFill>
                <a:schemeClr val="dk1"/>
              </a:solidFill>
              <a:highlight>
                <a:srgbClr val="C6C6C6"/>
              </a:highlight>
            </a:endParaRPr>
          </a:p>
          <a:p>
            <a:pPr marL="0" marR="25400" lvl="3" indent="0">
              <a:lnSpc>
                <a:spcPct val="114999"/>
              </a:lnSpc>
              <a:spcBef>
                <a:spcPts val="0"/>
              </a:spcBef>
              <a:buNone/>
            </a:pPr>
            <a:endParaRPr lang="en-US" sz="1000" dirty="0">
              <a:solidFill>
                <a:srgbClr val="000000"/>
              </a:solidFill>
            </a:endParaRPr>
          </a:p>
          <a:p>
            <a:pPr marL="0" marR="25400" lvl="3" indent="0">
              <a:lnSpc>
                <a:spcPct val="114999"/>
              </a:lnSpc>
              <a:spcBef>
                <a:spcPts val="0"/>
              </a:spcBef>
              <a:buNone/>
            </a:pPr>
            <a:r>
              <a:rPr lang="en-US" sz="1200" dirty="0">
                <a:solidFill>
                  <a:schemeClr val="dk1"/>
                </a:solidFill>
              </a:rPr>
              <a:t>A 1-credit course normally carries an expectation of roughly 2 hours of preparation and out-of-class work each week across a full-length semester. This course is compressed into seven weeks, so the same total work is packed into half the time. Plan on approximately 4 hours of work outside of class each week.</a:t>
            </a:r>
          </a:p>
          <a:p>
            <a:pPr marL="0" marR="25400" lvl="3" indent="0">
              <a:lnSpc>
                <a:spcPct val="114999"/>
              </a:lnSpc>
              <a:spcBef>
                <a:spcPts val="0"/>
              </a:spcBef>
              <a:buNone/>
            </a:pPr>
            <a:endParaRPr lang="en-US" sz="1000" dirty="0">
              <a:solidFill>
                <a:srgbClr val="000000"/>
              </a:solidFill>
            </a:endParaRPr>
          </a:p>
          <a:p>
            <a:pPr marL="0" indent="0">
              <a:buClr>
                <a:srgbClr val="E34A06"/>
              </a:buClr>
              <a:buNone/>
            </a:pPr>
            <a:endParaRPr dirty="0"/>
          </a:p>
          <a:p>
            <a:pPr marL="0" lvl="0" indent="0" algn="l" rtl="0">
              <a:lnSpc>
                <a:spcPct val="100000"/>
              </a:lnSpc>
              <a:spcBef>
                <a:spcPts val="1200"/>
              </a:spcBef>
              <a:spcAft>
                <a:spcPts val="0"/>
              </a:spcAft>
              <a:buClr>
                <a:srgbClr val="2D3B45"/>
              </a:buClr>
              <a:buSzPts val="1200"/>
              <a:buNone/>
            </a:pPr>
            <a:endParaRPr dirty="0"/>
          </a:p>
          <a:p>
            <a:pPr marL="0" lvl="0" indent="0" algn="l" rtl="0">
              <a:lnSpc>
                <a:spcPct val="100000"/>
              </a:lnSpc>
              <a:spcBef>
                <a:spcPts val="1100"/>
              </a:spcBef>
              <a:spcAft>
                <a:spcPts val="0"/>
              </a:spcAft>
              <a:buClr>
                <a:schemeClr val="accent1"/>
              </a:buClr>
              <a:buSzPts val="1200"/>
              <a:buNone/>
            </a:pPr>
            <a:endParaRPr sz="1200" i="0" dirty="0">
              <a:solidFill>
                <a:srgbClr val="2D3B45"/>
              </a:solidFill>
              <a:latin typeface="Open Sans"/>
              <a:ea typeface="Open Sans"/>
              <a:cs typeface="Open Sans"/>
              <a:sym typeface="Open Sans"/>
            </a:endParaRPr>
          </a:p>
          <a:p>
            <a:pPr marL="0" lvl="3" indent="0" algn="l" rtl="0">
              <a:lnSpc>
                <a:spcPct val="100000"/>
              </a:lnSpc>
              <a:spcBef>
                <a:spcPts val="1100"/>
              </a:spcBef>
              <a:spcAft>
                <a:spcPts val="0"/>
              </a:spcAft>
              <a:buClr>
                <a:srgbClr val="2D3B45"/>
              </a:buClr>
              <a:buSzPts val="1200"/>
              <a:buNone/>
            </a:pPr>
            <a:endParaRPr dirty="0"/>
          </a:p>
          <a:p>
            <a:pPr marL="171450" lvl="0" indent="-171450" algn="l" rtl="0">
              <a:lnSpc>
                <a:spcPct val="100000"/>
              </a:lnSpc>
              <a:spcBef>
                <a:spcPts val="500"/>
              </a:spcBef>
              <a:spcAft>
                <a:spcPts val="0"/>
              </a:spcAft>
              <a:buClr>
                <a:srgbClr val="262626"/>
              </a:buClr>
              <a:buSzPts val="1200"/>
              <a:buNone/>
            </a:pPr>
            <a:endParaRPr sz="1400" i="0" dirty="0">
              <a:solidFill>
                <a:srgbClr val="2D3B45"/>
              </a:solidFill>
              <a:latin typeface="Lato"/>
              <a:ea typeface="Lato"/>
              <a:cs typeface="Lato"/>
              <a:sym typeface="Lato"/>
            </a:endParaRPr>
          </a:p>
          <a:p>
            <a:pPr marL="0" lvl="0" indent="0" algn="l" rtl="0">
              <a:lnSpc>
                <a:spcPct val="120000"/>
              </a:lnSpc>
              <a:spcBef>
                <a:spcPts val="600"/>
              </a:spcBef>
              <a:spcAft>
                <a:spcPts val="0"/>
              </a:spcAft>
              <a:buClr>
                <a:schemeClr val="accent1"/>
              </a:buClr>
              <a:buSzPts val="2000"/>
              <a:buNone/>
            </a:pPr>
            <a:endParaRPr sz="2000" i="0" dirty="0">
              <a:solidFill>
                <a:srgbClr val="3598DB"/>
              </a:solidFill>
              <a:latin typeface="Raleway"/>
              <a:ea typeface="Raleway"/>
              <a:cs typeface="Raleway"/>
              <a:sym typeface="Raleway"/>
            </a:endParaRPr>
          </a:p>
          <a:p>
            <a:pPr marL="0" lvl="0" indent="0" algn="l" rtl="0">
              <a:lnSpc>
                <a:spcPct val="120000"/>
              </a:lnSpc>
              <a:spcBef>
                <a:spcPts val="1100"/>
              </a:spcBef>
              <a:spcAft>
                <a:spcPts val="0"/>
              </a:spcAft>
              <a:buClr>
                <a:schemeClr val="accent1"/>
              </a:buClr>
              <a:buSzPts val="2000"/>
              <a:buNone/>
            </a:pPr>
            <a:endParaRPr sz="2000" i="0" dirty="0">
              <a:solidFill>
                <a:srgbClr val="3598DB"/>
              </a:solidFill>
              <a:latin typeface="Raleway"/>
              <a:ea typeface="Raleway"/>
              <a:cs typeface="Raleway"/>
              <a:sym typeface="Raleway"/>
            </a:endParaRPr>
          </a:p>
          <a:p>
            <a:pPr marL="0" lvl="0" indent="0" algn="l" rtl="0">
              <a:lnSpc>
                <a:spcPct val="120000"/>
              </a:lnSpc>
              <a:spcBef>
                <a:spcPts val="1100"/>
              </a:spcBef>
              <a:spcAft>
                <a:spcPts val="0"/>
              </a:spcAft>
              <a:buClr>
                <a:schemeClr val="accent1"/>
              </a:buClr>
              <a:buSzPts val="1400"/>
              <a:buNone/>
            </a:pPr>
            <a:endParaRPr sz="1400" i="0" dirty="0">
              <a:solidFill>
                <a:srgbClr val="2D3B45"/>
              </a:solidFill>
              <a:latin typeface="Lato"/>
              <a:ea typeface="Lato"/>
              <a:cs typeface="Lato"/>
              <a:sym typeface="Lato"/>
            </a:endParaRPr>
          </a:p>
          <a:p>
            <a:pPr marL="0" lvl="0" indent="0" algn="l" rtl="0">
              <a:lnSpc>
                <a:spcPct val="120000"/>
              </a:lnSpc>
              <a:spcBef>
                <a:spcPts val="1100"/>
              </a:spcBef>
              <a:spcAft>
                <a:spcPts val="0"/>
              </a:spcAft>
              <a:buClr>
                <a:schemeClr val="accent1"/>
              </a:buClr>
              <a:buSzPts val="1400"/>
              <a:buNone/>
            </a:pPr>
            <a:endParaRPr sz="1400" dirty="0">
              <a:latin typeface="Lato"/>
              <a:ea typeface="Lato"/>
              <a:cs typeface="Lato"/>
              <a:sym typeface="Lato"/>
            </a:endParaRPr>
          </a:p>
          <a:p>
            <a:pPr marL="0" lvl="0" indent="0" algn="l" rtl="0">
              <a:lnSpc>
                <a:spcPct val="120000"/>
              </a:lnSpc>
              <a:spcBef>
                <a:spcPts val="1100"/>
              </a:spcBef>
              <a:spcAft>
                <a:spcPts val="0"/>
              </a:spcAft>
              <a:buClr>
                <a:schemeClr val="accent1"/>
              </a:buClr>
              <a:buSzPts val="1500"/>
              <a:buFont typeface="Arial"/>
              <a:buNone/>
            </a:pPr>
            <a:endParaRPr dirty="0">
              <a:solidFill>
                <a:srgbClr val="3598DB"/>
              </a:solidFill>
              <a:latin typeface="Corbel"/>
              <a:ea typeface="Corbel"/>
              <a:cs typeface="Corbel"/>
              <a:sym typeface="Corbel"/>
            </a:endParaRPr>
          </a:p>
          <a:p>
            <a:pPr marL="0" lvl="0" indent="0" algn="l" rtl="0">
              <a:lnSpc>
                <a:spcPct val="120000"/>
              </a:lnSpc>
              <a:spcBef>
                <a:spcPts val="1800"/>
              </a:spcBef>
              <a:spcAft>
                <a:spcPts val="0"/>
              </a:spcAft>
              <a:buClr>
                <a:schemeClr val="accent1"/>
              </a:buClr>
              <a:buSzPts val="1000"/>
              <a:buNone/>
            </a:pPr>
            <a:endParaRPr sz="1000" dirty="0">
              <a:solidFill>
                <a:srgbClr val="C00000"/>
              </a:solidFill>
              <a:latin typeface="Open Sans"/>
              <a:ea typeface="Open Sans"/>
              <a:cs typeface="Open Sans"/>
              <a:sym typeface="Open Sans"/>
            </a:endParaRPr>
          </a:p>
        </p:txBody>
      </p:sp>
      <p:sp>
        <p:nvSpPr>
          <p:cNvPr id="152" name="Google Shape;152;p19"/>
          <p:cNvSpPr txBox="1"/>
          <p:nvPr/>
        </p:nvSpPr>
        <p:spPr>
          <a:xfrm>
            <a:off x="473529" y="6309179"/>
            <a:ext cx="7566600" cy="5487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chemeClr val="lt2"/>
              </a:buClr>
              <a:buSzPts val="800"/>
              <a:buFont typeface="Arial"/>
              <a:buChar char="​"/>
            </a:pPr>
            <a:r>
              <a:rPr lang="en-US" sz="800" b="0" i="0" u="none" strike="noStrike" cap="none">
                <a:solidFill>
                  <a:schemeClr val="lt2"/>
                </a:solidFill>
                <a:latin typeface="Open Sans"/>
                <a:ea typeface="Open Sans"/>
                <a:cs typeface="Open Sans"/>
                <a:sym typeface="Open Sans"/>
              </a:rPr>
              <a:t>AI and Legal Research | [Term] | Professor [name] | Syllabus</a:t>
            </a:r>
            <a:endParaRPr sz="1400" b="0" i="0" u="none" strike="noStrike" cap="none">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8042FAC3-935B-C8B8-A5ED-ADF50AEB885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888386" y="382822"/>
            <a:ext cx="907838" cy="913308"/>
          </a:xfrm>
          <a:prstGeom prst="rect">
            <a:avLst/>
          </a:prstGeom>
        </p:spPr>
      </p:pic>
      <p:pic>
        <p:nvPicPr>
          <p:cNvPr id="4" name="Graphic 3">
            <a:extLst>
              <a:ext uri="{FF2B5EF4-FFF2-40B4-BE49-F238E27FC236}">
                <a16:creationId xmlns:a16="http://schemas.microsoft.com/office/drawing/2014/main" id="{DDF218E9-5A99-B211-9606-5989AE72E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34327" y="4054642"/>
            <a:ext cx="810491" cy="81049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1"/>
          <p:cNvSpPr txBox="1">
            <a:spLocks noGrp="1"/>
          </p:cNvSpPr>
          <p:nvPr>
            <p:ph type="title"/>
          </p:nvPr>
        </p:nvSpPr>
        <p:spPr>
          <a:xfrm>
            <a:off x="473529" y="682625"/>
            <a:ext cx="3182100" cy="1227900"/>
          </a:xfrm>
          <a:prstGeom prst="rect">
            <a:avLst/>
          </a:prstGeom>
          <a:noFill/>
          <a:ln>
            <a:noFill/>
          </a:ln>
        </p:spPr>
        <p:txBody>
          <a:bodyPr spcFirstLastPara="1" wrap="square" lIns="0" tIns="0" rIns="0" bIns="0" anchor="t" anchorCtr="0">
            <a:noAutofit/>
          </a:bodyPr>
          <a:lstStyle/>
          <a:p>
            <a:pPr marL="0" lvl="0" indent="0" algn="l" rtl="0">
              <a:lnSpc>
                <a:spcPct val="95000"/>
              </a:lnSpc>
              <a:spcBef>
                <a:spcPts val="0"/>
              </a:spcBef>
              <a:spcAft>
                <a:spcPts val="0"/>
              </a:spcAft>
              <a:buClr>
                <a:schemeClr val="dk2"/>
              </a:buClr>
              <a:buSzPts val="2800"/>
              <a:buFont typeface="Raleway"/>
              <a:buNone/>
            </a:pPr>
            <a:r>
              <a:rPr lang="en-US" b="0">
                <a:latin typeface="Raleway"/>
                <a:ea typeface="Raleway"/>
                <a:cs typeface="Raleway"/>
                <a:sym typeface="Raleway"/>
              </a:rPr>
              <a:t>AI Use Policy</a:t>
            </a:r>
            <a:br>
              <a:rPr lang="en-US" b="0">
                <a:latin typeface="Raleway"/>
                <a:ea typeface="Raleway"/>
                <a:cs typeface="Raleway"/>
                <a:sym typeface="Raleway"/>
              </a:rPr>
            </a:br>
            <a:br>
              <a:rPr lang="en-US" sz="1400" b="0">
                <a:latin typeface="Raleway"/>
                <a:ea typeface="Raleway"/>
                <a:cs typeface="Raleway"/>
                <a:sym typeface="Raleway"/>
              </a:rPr>
            </a:br>
            <a:endParaRPr sz="1400" b="0">
              <a:latin typeface="Open Sans"/>
              <a:ea typeface="Open Sans"/>
              <a:cs typeface="Open Sans"/>
              <a:sym typeface="Open Sans"/>
            </a:endParaRPr>
          </a:p>
        </p:txBody>
      </p:sp>
      <p:sp>
        <p:nvSpPr>
          <p:cNvPr id="165" name="Google Shape;165;p21"/>
          <p:cNvSpPr txBox="1">
            <a:spLocks noGrp="1"/>
          </p:cNvSpPr>
          <p:nvPr>
            <p:ph type="body" idx="1"/>
          </p:nvPr>
        </p:nvSpPr>
        <p:spPr>
          <a:xfrm>
            <a:off x="3807197" y="512824"/>
            <a:ext cx="5006700" cy="5623500"/>
          </a:xfrm>
          <a:prstGeom prst="rect">
            <a:avLst/>
          </a:prstGeom>
          <a:noFill/>
          <a:ln>
            <a:noFill/>
          </a:ln>
        </p:spPr>
        <p:txBody>
          <a:bodyPr spcFirstLastPara="1" wrap="square" lIns="0" tIns="0" rIns="0" bIns="0" anchor="t" anchorCtr="0">
            <a:noAutofit/>
          </a:bodyPr>
          <a:lstStyle/>
          <a:p>
            <a:pPr marL="0" marR="25400" lvl="0" indent="0" algn="l" rtl="0">
              <a:lnSpc>
                <a:spcPct val="115000"/>
              </a:lnSpc>
              <a:spcBef>
                <a:spcPts val="600"/>
              </a:spcBef>
              <a:spcAft>
                <a:spcPts val="0"/>
              </a:spcAft>
              <a:buClr>
                <a:schemeClr val="dk2"/>
              </a:buClr>
              <a:buSzPts val="1800"/>
              <a:buNone/>
            </a:pPr>
            <a:r>
              <a:rPr lang="en-US" sz="1400" i="0" dirty="0">
                <a:solidFill>
                  <a:srgbClr val="2F3932"/>
                </a:solidFill>
                <a:latin typeface="Arial"/>
                <a:ea typeface="Arial"/>
                <a:cs typeface="Arial"/>
                <a:sym typeface="Arial"/>
              </a:rPr>
              <a:t>Generative AI tools are integral to this course and may be used when permitted by assignment instructions. Students remain responsible for all submitted work, including work created, edited, summarized, or influenced by AI. </a:t>
            </a:r>
            <a:endParaRPr sz="1400" i="0" dirty="0">
              <a:solidFill>
                <a:srgbClr val="2F3932"/>
              </a:solidFill>
              <a:latin typeface="Arial"/>
              <a:ea typeface="Arial"/>
              <a:cs typeface="Arial"/>
              <a:sym typeface="Arial"/>
            </a:endParaRPr>
          </a:p>
          <a:p>
            <a:pPr marL="0" marR="25400" lvl="0" indent="0" algn="l" rtl="0">
              <a:lnSpc>
                <a:spcPct val="115000"/>
              </a:lnSpc>
              <a:spcBef>
                <a:spcPts val="600"/>
              </a:spcBef>
              <a:spcAft>
                <a:spcPts val="0"/>
              </a:spcAft>
              <a:buSzPts val="1800"/>
              <a:buNone/>
            </a:pPr>
            <a:r>
              <a:rPr lang="en-US" sz="1400" i="0" dirty="0">
                <a:solidFill>
                  <a:srgbClr val="2F3932"/>
                </a:solidFill>
                <a:latin typeface="Arial"/>
                <a:ea typeface="Arial"/>
                <a:cs typeface="Arial"/>
                <a:sym typeface="Arial"/>
              </a:rPr>
              <a:t>Students should use AI tools in ways that respect confidentiality, competence, candor, supervision, and professional judgment. Unless an assignment clearly allows it, students should get in the habit of not entering confidential, privileged, identifying, or sensitive information into public AI tools. </a:t>
            </a:r>
            <a:endParaRPr sz="1400" i="0" dirty="0">
              <a:solidFill>
                <a:srgbClr val="2F3932"/>
              </a:solidFill>
              <a:latin typeface="Arial"/>
              <a:ea typeface="Arial"/>
              <a:cs typeface="Arial"/>
              <a:sym typeface="Arial"/>
            </a:endParaRPr>
          </a:p>
          <a:p>
            <a:pPr marL="0" marR="25400" lvl="0" indent="0" algn="l" rtl="0">
              <a:lnSpc>
                <a:spcPct val="115000"/>
              </a:lnSpc>
              <a:spcBef>
                <a:spcPts val="600"/>
              </a:spcBef>
              <a:spcAft>
                <a:spcPts val="0"/>
              </a:spcAft>
              <a:buSzPts val="1800"/>
              <a:buNone/>
            </a:pPr>
            <a:r>
              <a:rPr lang="en-US" sz="1400" i="0" dirty="0">
                <a:solidFill>
                  <a:srgbClr val="2F3932"/>
                </a:solidFill>
                <a:latin typeface="Arial"/>
                <a:ea typeface="Arial"/>
                <a:cs typeface="Arial"/>
                <a:sym typeface="Arial"/>
              </a:rPr>
              <a:t>When AI tools are used, students may be required to disclose the tool used, explain why it was used, retain any important prompts or outputs, verify any legal or factual claims, and describe how they exercised their own judgment before relying on or revising AI-generated material. </a:t>
            </a:r>
            <a:endParaRPr sz="1400" i="0" dirty="0">
              <a:solidFill>
                <a:srgbClr val="2F3932"/>
              </a:solidFill>
              <a:latin typeface="Arial"/>
              <a:ea typeface="Arial"/>
              <a:cs typeface="Arial"/>
              <a:sym typeface="Arial"/>
            </a:endParaRPr>
          </a:p>
          <a:p>
            <a:pPr marL="0" marR="25400" lvl="0" indent="0" algn="l" rtl="0">
              <a:lnSpc>
                <a:spcPct val="115000"/>
              </a:lnSpc>
              <a:spcBef>
                <a:spcPts val="600"/>
              </a:spcBef>
              <a:spcAft>
                <a:spcPts val="0"/>
              </a:spcAft>
              <a:buSzPts val="1800"/>
              <a:buNone/>
            </a:pPr>
            <a:r>
              <a:rPr lang="en-US" sz="1400" i="0" dirty="0">
                <a:solidFill>
                  <a:srgbClr val="2F3932"/>
                </a:solidFill>
                <a:latin typeface="Arial"/>
                <a:ea typeface="Arial"/>
                <a:cs typeface="Arial"/>
                <a:sym typeface="Arial"/>
              </a:rPr>
              <a:t>AI output should not be treated as legal authority. Students must independently verify cases, statutes, regulations, quotations, procedural histories, and legal propositions using traditional research practices and resources. </a:t>
            </a:r>
            <a:endParaRPr sz="1400" i="0" dirty="0">
              <a:solidFill>
                <a:srgbClr val="2F3932"/>
              </a:solidFill>
              <a:latin typeface="Arial"/>
              <a:ea typeface="Arial"/>
              <a:cs typeface="Arial"/>
              <a:sym typeface="Arial"/>
            </a:endParaRPr>
          </a:p>
          <a:p>
            <a:pPr marL="0" marR="25400" lvl="0" indent="0" algn="l" rtl="0">
              <a:lnSpc>
                <a:spcPct val="115000"/>
              </a:lnSpc>
              <a:spcBef>
                <a:spcPts val="600"/>
              </a:spcBef>
              <a:spcAft>
                <a:spcPts val="0"/>
              </a:spcAft>
              <a:buSzPts val="1800"/>
              <a:buNone/>
            </a:pPr>
            <a:endParaRPr sz="1100" i="0" dirty="0">
              <a:solidFill>
                <a:srgbClr val="2F3932"/>
              </a:solidFill>
              <a:highlight>
                <a:srgbClr val="C6C6C6"/>
              </a:highlight>
              <a:latin typeface="Arial"/>
              <a:ea typeface="Arial"/>
              <a:cs typeface="Arial"/>
              <a:sym typeface="Arial"/>
            </a:endParaRPr>
          </a:p>
          <a:p>
            <a:pPr marL="0" marR="25400" lvl="3" indent="114300" algn="l" rtl="0">
              <a:lnSpc>
                <a:spcPct val="115000"/>
              </a:lnSpc>
              <a:spcBef>
                <a:spcPts val="600"/>
              </a:spcBef>
              <a:spcAft>
                <a:spcPts val="0"/>
              </a:spcAft>
              <a:buSzPts val="1800"/>
              <a:buNone/>
            </a:pPr>
            <a:endParaRPr sz="1100" i="0" dirty="0">
              <a:solidFill>
                <a:srgbClr val="2F3932"/>
              </a:solidFill>
              <a:highlight>
                <a:srgbClr val="C6C6C6"/>
              </a:highlight>
              <a:latin typeface="Arial"/>
              <a:ea typeface="Arial"/>
              <a:cs typeface="Arial"/>
              <a:sym typeface="Arial"/>
            </a:endParaRPr>
          </a:p>
          <a:p>
            <a:pPr marL="0" lvl="0" indent="0" algn="l" rtl="0">
              <a:lnSpc>
                <a:spcPct val="120000"/>
              </a:lnSpc>
              <a:spcBef>
                <a:spcPts val="600"/>
              </a:spcBef>
              <a:spcAft>
                <a:spcPts val="0"/>
              </a:spcAft>
              <a:buSzPts val="1800"/>
              <a:buNone/>
            </a:pPr>
            <a:endParaRPr dirty="0"/>
          </a:p>
          <a:p>
            <a:pPr marL="0" lvl="0" indent="0" algn="l" rtl="0">
              <a:lnSpc>
                <a:spcPct val="100000"/>
              </a:lnSpc>
              <a:spcBef>
                <a:spcPts val="1200"/>
              </a:spcBef>
              <a:spcAft>
                <a:spcPts val="0"/>
              </a:spcAft>
              <a:buClr>
                <a:srgbClr val="2D3B45"/>
              </a:buClr>
              <a:buSzPts val="1200"/>
              <a:buNone/>
            </a:pPr>
            <a:endParaRPr dirty="0"/>
          </a:p>
          <a:p>
            <a:pPr marL="0" lvl="0" indent="0" algn="l" rtl="0">
              <a:lnSpc>
                <a:spcPct val="100000"/>
              </a:lnSpc>
              <a:spcBef>
                <a:spcPts val="1100"/>
              </a:spcBef>
              <a:spcAft>
                <a:spcPts val="0"/>
              </a:spcAft>
              <a:buClr>
                <a:schemeClr val="accent1"/>
              </a:buClr>
              <a:buSzPts val="1200"/>
              <a:buNone/>
            </a:pPr>
            <a:endParaRPr sz="1200" i="0" dirty="0">
              <a:solidFill>
                <a:srgbClr val="2D3B45"/>
              </a:solidFill>
              <a:latin typeface="Open Sans"/>
              <a:ea typeface="Open Sans"/>
              <a:cs typeface="Open Sans"/>
              <a:sym typeface="Open Sans"/>
            </a:endParaRPr>
          </a:p>
          <a:p>
            <a:pPr marL="0" lvl="3" indent="0" algn="l" rtl="0">
              <a:lnSpc>
                <a:spcPct val="100000"/>
              </a:lnSpc>
              <a:spcBef>
                <a:spcPts val="1100"/>
              </a:spcBef>
              <a:spcAft>
                <a:spcPts val="0"/>
              </a:spcAft>
              <a:buClr>
                <a:srgbClr val="2D3B45"/>
              </a:buClr>
              <a:buSzPts val="1200"/>
              <a:buNone/>
            </a:pPr>
            <a:endParaRPr dirty="0"/>
          </a:p>
          <a:p>
            <a:pPr marL="171450" lvl="0" indent="-171450" algn="l" rtl="0">
              <a:lnSpc>
                <a:spcPct val="100000"/>
              </a:lnSpc>
              <a:spcBef>
                <a:spcPts val="500"/>
              </a:spcBef>
              <a:spcAft>
                <a:spcPts val="0"/>
              </a:spcAft>
              <a:buClr>
                <a:srgbClr val="262626"/>
              </a:buClr>
              <a:buSzPts val="1200"/>
              <a:buNone/>
            </a:pPr>
            <a:endParaRPr sz="1400" i="0" dirty="0">
              <a:solidFill>
                <a:srgbClr val="2D3B45"/>
              </a:solidFill>
              <a:latin typeface="Lato"/>
              <a:ea typeface="Lato"/>
              <a:cs typeface="Lato"/>
              <a:sym typeface="Lato"/>
            </a:endParaRPr>
          </a:p>
          <a:p>
            <a:pPr marL="0" lvl="0" indent="0" algn="l" rtl="0">
              <a:lnSpc>
                <a:spcPct val="120000"/>
              </a:lnSpc>
              <a:spcBef>
                <a:spcPts val="600"/>
              </a:spcBef>
              <a:spcAft>
                <a:spcPts val="0"/>
              </a:spcAft>
              <a:buClr>
                <a:schemeClr val="accent1"/>
              </a:buClr>
              <a:buSzPts val="2000"/>
              <a:buNone/>
            </a:pPr>
            <a:endParaRPr sz="2000" i="0" dirty="0">
              <a:solidFill>
                <a:srgbClr val="3598DB"/>
              </a:solidFill>
              <a:latin typeface="Raleway"/>
              <a:ea typeface="Raleway"/>
              <a:cs typeface="Raleway"/>
              <a:sym typeface="Raleway"/>
            </a:endParaRPr>
          </a:p>
          <a:p>
            <a:pPr marL="0" lvl="0" indent="0" algn="l" rtl="0">
              <a:lnSpc>
                <a:spcPct val="120000"/>
              </a:lnSpc>
              <a:spcBef>
                <a:spcPts val="1100"/>
              </a:spcBef>
              <a:spcAft>
                <a:spcPts val="0"/>
              </a:spcAft>
              <a:buClr>
                <a:schemeClr val="accent1"/>
              </a:buClr>
              <a:buSzPts val="2000"/>
              <a:buNone/>
            </a:pPr>
            <a:endParaRPr sz="2000" i="0" dirty="0">
              <a:solidFill>
                <a:srgbClr val="3598DB"/>
              </a:solidFill>
              <a:latin typeface="Raleway"/>
              <a:ea typeface="Raleway"/>
              <a:cs typeface="Raleway"/>
              <a:sym typeface="Raleway"/>
            </a:endParaRPr>
          </a:p>
          <a:p>
            <a:pPr marL="0" lvl="0" indent="0" algn="l" rtl="0">
              <a:lnSpc>
                <a:spcPct val="120000"/>
              </a:lnSpc>
              <a:spcBef>
                <a:spcPts val="1100"/>
              </a:spcBef>
              <a:spcAft>
                <a:spcPts val="0"/>
              </a:spcAft>
              <a:buClr>
                <a:schemeClr val="accent1"/>
              </a:buClr>
              <a:buSzPts val="1400"/>
              <a:buNone/>
            </a:pPr>
            <a:endParaRPr sz="1400" i="0" dirty="0">
              <a:solidFill>
                <a:srgbClr val="2D3B45"/>
              </a:solidFill>
              <a:latin typeface="Lato"/>
              <a:ea typeface="Lato"/>
              <a:cs typeface="Lato"/>
              <a:sym typeface="Lato"/>
            </a:endParaRPr>
          </a:p>
          <a:p>
            <a:pPr marL="0" lvl="0" indent="0" algn="l" rtl="0">
              <a:lnSpc>
                <a:spcPct val="120000"/>
              </a:lnSpc>
              <a:spcBef>
                <a:spcPts val="1100"/>
              </a:spcBef>
              <a:spcAft>
                <a:spcPts val="0"/>
              </a:spcAft>
              <a:buClr>
                <a:schemeClr val="accent1"/>
              </a:buClr>
              <a:buSzPts val="1400"/>
              <a:buNone/>
            </a:pPr>
            <a:endParaRPr sz="1400" dirty="0">
              <a:latin typeface="Lato"/>
              <a:ea typeface="Lato"/>
              <a:cs typeface="Lato"/>
              <a:sym typeface="Lato"/>
            </a:endParaRPr>
          </a:p>
          <a:p>
            <a:pPr marL="0" lvl="0" indent="0" algn="l" rtl="0">
              <a:lnSpc>
                <a:spcPct val="120000"/>
              </a:lnSpc>
              <a:spcBef>
                <a:spcPts val="1100"/>
              </a:spcBef>
              <a:spcAft>
                <a:spcPts val="0"/>
              </a:spcAft>
              <a:buClr>
                <a:schemeClr val="accent1"/>
              </a:buClr>
              <a:buSzPts val="1500"/>
              <a:buFont typeface="Arial"/>
              <a:buNone/>
            </a:pPr>
            <a:endParaRPr dirty="0">
              <a:solidFill>
                <a:srgbClr val="3598DB"/>
              </a:solidFill>
              <a:latin typeface="Corbel"/>
              <a:ea typeface="Corbel"/>
              <a:cs typeface="Corbel"/>
              <a:sym typeface="Corbel"/>
            </a:endParaRPr>
          </a:p>
          <a:p>
            <a:pPr marL="0" lvl="0" indent="0" algn="l" rtl="0">
              <a:lnSpc>
                <a:spcPct val="120000"/>
              </a:lnSpc>
              <a:spcBef>
                <a:spcPts val="1800"/>
              </a:spcBef>
              <a:spcAft>
                <a:spcPts val="0"/>
              </a:spcAft>
              <a:buClr>
                <a:schemeClr val="accent1"/>
              </a:buClr>
              <a:buSzPts val="1000"/>
              <a:buNone/>
            </a:pPr>
            <a:endParaRPr sz="1000" dirty="0">
              <a:solidFill>
                <a:srgbClr val="C00000"/>
              </a:solidFill>
              <a:latin typeface="Open Sans"/>
              <a:ea typeface="Open Sans"/>
              <a:cs typeface="Open Sans"/>
              <a:sym typeface="Open Sans"/>
            </a:endParaRPr>
          </a:p>
        </p:txBody>
      </p:sp>
      <p:sp>
        <p:nvSpPr>
          <p:cNvPr id="166" name="Google Shape;166;p21"/>
          <p:cNvSpPr txBox="1"/>
          <p:nvPr/>
        </p:nvSpPr>
        <p:spPr>
          <a:xfrm>
            <a:off x="473529" y="6309179"/>
            <a:ext cx="7566600" cy="5487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chemeClr val="lt2"/>
              </a:buClr>
              <a:buSzPts val="800"/>
              <a:buFont typeface="Arial"/>
              <a:buChar char="​"/>
            </a:pPr>
            <a:r>
              <a:rPr lang="en-US" sz="800" b="0" i="0" u="none" strike="noStrike" cap="none">
                <a:solidFill>
                  <a:schemeClr val="lt2"/>
                </a:solidFill>
                <a:latin typeface="Open Sans"/>
                <a:ea typeface="Open Sans"/>
                <a:cs typeface="Open Sans"/>
                <a:sym typeface="Open Sans"/>
              </a:rPr>
              <a:t>AI and Legal Research | [Term] | Professor [name] | Syllabus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2"/>
          <p:cNvSpPr txBox="1">
            <a:spLocks noGrp="1"/>
          </p:cNvSpPr>
          <p:nvPr>
            <p:ph type="title"/>
          </p:nvPr>
        </p:nvSpPr>
        <p:spPr>
          <a:xfrm>
            <a:off x="473529" y="523346"/>
            <a:ext cx="3872047" cy="1228028"/>
          </a:xfrm>
          <a:prstGeom prst="rect">
            <a:avLst/>
          </a:prstGeom>
          <a:noFill/>
          <a:ln>
            <a:noFill/>
          </a:ln>
        </p:spPr>
        <p:txBody>
          <a:bodyPr spcFirstLastPara="1" wrap="square" lIns="0" tIns="0" rIns="0" bIns="0" anchor="t" anchorCtr="0">
            <a:noAutofit/>
          </a:bodyPr>
          <a:lstStyle/>
          <a:p>
            <a:pPr marL="0" lvl="0" indent="0" algn="l" rtl="0">
              <a:lnSpc>
                <a:spcPct val="95000"/>
              </a:lnSpc>
              <a:spcBef>
                <a:spcPts val="0"/>
              </a:spcBef>
              <a:spcAft>
                <a:spcPts val="0"/>
              </a:spcAft>
              <a:buClr>
                <a:schemeClr val="dk2"/>
              </a:buClr>
              <a:buSzPts val="2800"/>
              <a:buFont typeface="Raleway"/>
              <a:buNone/>
            </a:pPr>
            <a:r>
              <a:rPr lang="en-US" b="0">
                <a:latin typeface="Raleway"/>
                <a:ea typeface="Raleway"/>
                <a:cs typeface="Raleway"/>
                <a:sym typeface="Raleway"/>
              </a:rPr>
              <a:t>Grades</a:t>
            </a:r>
            <a:br>
              <a:rPr lang="en-US" b="0">
                <a:latin typeface="Raleway"/>
                <a:ea typeface="Raleway"/>
                <a:cs typeface="Raleway"/>
                <a:sym typeface="Raleway"/>
              </a:rPr>
            </a:br>
            <a:br>
              <a:rPr lang="en-US" sz="1400" b="0">
                <a:latin typeface="Raleway"/>
                <a:ea typeface="Raleway"/>
                <a:cs typeface="Raleway"/>
                <a:sym typeface="Raleway"/>
              </a:rPr>
            </a:br>
            <a:endParaRPr sz="1400" b="0">
              <a:latin typeface="Open Sans"/>
              <a:ea typeface="Open Sans"/>
              <a:cs typeface="Open Sans"/>
              <a:sym typeface="Open Sans"/>
            </a:endParaRPr>
          </a:p>
        </p:txBody>
      </p:sp>
      <p:sp>
        <p:nvSpPr>
          <p:cNvPr id="172" name="Google Shape;172;p22"/>
          <p:cNvSpPr txBox="1">
            <a:spLocks noGrp="1"/>
          </p:cNvSpPr>
          <p:nvPr>
            <p:ph type="body" idx="1"/>
          </p:nvPr>
        </p:nvSpPr>
        <p:spPr>
          <a:xfrm>
            <a:off x="3827575" y="685800"/>
            <a:ext cx="5073300" cy="4470900"/>
          </a:xfrm>
          <a:prstGeom prst="rect">
            <a:avLst/>
          </a:prstGeom>
          <a:noFill/>
          <a:ln>
            <a:noFill/>
          </a:ln>
        </p:spPr>
        <p:txBody>
          <a:bodyPr spcFirstLastPara="1" wrap="square" lIns="0" tIns="0" rIns="0" bIns="0" anchor="t" anchorCtr="0">
            <a:noAutofit/>
          </a:bodyPr>
          <a:lstStyle/>
          <a:p>
            <a:pPr marL="0" lvl="3" indent="0" algn="l" rtl="0">
              <a:lnSpc>
                <a:spcPct val="113999"/>
              </a:lnSpc>
              <a:spcBef>
                <a:spcPts val="0"/>
              </a:spcBef>
              <a:spcAft>
                <a:spcPts val="0"/>
              </a:spcAft>
              <a:buClr>
                <a:schemeClr val="dk2"/>
              </a:buClr>
              <a:buSzPts val="1100"/>
              <a:buNone/>
            </a:pPr>
            <a:endParaRPr sz="1100">
              <a:solidFill>
                <a:srgbClr val="2D3B45"/>
              </a:solidFill>
              <a:latin typeface="Open Sans"/>
              <a:ea typeface="Open Sans"/>
              <a:cs typeface="Open Sans"/>
              <a:sym typeface="Open Sans"/>
            </a:endParaRPr>
          </a:p>
          <a:p>
            <a:pPr marL="0" lvl="3" indent="0" algn="l" rtl="0">
              <a:lnSpc>
                <a:spcPct val="113999"/>
              </a:lnSpc>
              <a:spcBef>
                <a:spcPts val="1200"/>
              </a:spcBef>
              <a:spcAft>
                <a:spcPts val="0"/>
              </a:spcAft>
              <a:buClr>
                <a:schemeClr val="dk2"/>
              </a:buClr>
              <a:buSzPts val="1100"/>
              <a:buFont typeface="Arial"/>
              <a:buNone/>
            </a:pPr>
            <a:endParaRPr>
              <a:solidFill>
                <a:srgbClr val="2D3B45"/>
              </a:solidFill>
              <a:latin typeface="Open Sans"/>
              <a:ea typeface="Open Sans"/>
              <a:cs typeface="Open Sans"/>
              <a:sym typeface="Open Sans"/>
            </a:endParaRPr>
          </a:p>
          <a:p>
            <a:pPr marL="0" lvl="0" indent="-95250" algn="l" rtl="0">
              <a:lnSpc>
                <a:spcPct val="120000"/>
              </a:lnSpc>
              <a:spcBef>
                <a:spcPts val="1200"/>
              </a:spcBef>
              <a:spcAft>
                <a:spcPts val="0"/>
              </a:spcAft>
              <a:buClr>
                <a:srgbClr val="3598DB"/>
              </a:buClr>
              <a:buSzPts val="1500"/>
              <a:buFont typeface="Arial"/>
              <a:buChar char="​"/>
            </a:pPr>
            <a:r>
              <a:rPr lang="en-US" i="0">
                <a:solidFill>
                  <a:srgbClr val="3598DB"/>
                </a:solidFill>
                <a:latin typeface="Raleway"/>
                <a:ea typeface="Raleway"/>
                <a:cs typeface="Raleway"/>
                <a:sym typeface="Raleway"/>
              </a:rPr>
              <a:t>   </a:t>
            </a:r>
            <a:endParaRPr i="0">
              <a:solidFill>
                <a:srgbClr val="3598DB"/>
              </a:solidFill>
              <a:latin typeface="Raleway"/>
              <a:ea typeface="Raleway"/>
              <a:cs typeface="Raleway"/>
              <a:sym typeface="Raleway"/>
            </a:endParaRPr>
          </a:p>
          <a:p>
            <a:pPr marL="0" lvl="0" indent="-95250" algn="l" rtl="0">
              <a:lnSpc>
                <a:spcPct val="120000"/>
              </a:lnSpc>
              <a:spcBef>
                <a:spcPts val="1100"/>
              </a:spcBef>
              <a:spcAft>
                <a:spcPts val="0"/>
              </a:spcAft>
              <a:buClr>
                <a:schemeClr val="accent1"/>
              </a:buClr>
              <a:buSzPts val="1500"/>
              <a:buFont typeface="Arial"/>
              <a:buChar char="​"/>
            </a:pPr>
            <a:br>
              <a:rPr lang="en-US"/>
            </a:br>
            <a:endParaRPr/>
          </a:p>
          <a:p>
            <a:pPr marL="0" lvl="0" indent="0" algn="l" rtl="0">
              <a:lnSpc>
                <a:spcPct val="120000"/>
              </a:lnSpc>
              <a:spcBef>
                <a:spcPts val="1100"/>
              </a:spcBef>
              <a:spcAft>
                <a:spcPts val="0"/>
              </a:spcAft>
              <a:buClr>
                <a:schemeClr val="accent1"/>
              </a:buClr>
              <a:buSzPts val="1500"/>
              <a:buFont typeface="Arial"/>
              <a:buNone/>
            </a:pPr>
            <a:endParaRPr i="0">
              <a:solidFill>
                <a:srgbClr val="3598DB"/>
              </a:solidFill>
              <a:latin typeface="Raleway"/>
              <a:ea typeface="Raleway"/>
              <a:cs typeface="Raleway"/>
              <a:sym typeface="Raleway"/>
            </a:endParaRPr>
          </a:p>
          <a:p>
            <a:pPr marL="0" lvl="0" indent="0" algn="l" rtl="0">
              <a:lnSpc>
                <a:spcPct val="120000"/>
              </a:lnSpc>
              <a:spcBef>
                <a:spcPts val="1100"/>
              </a:spcBef>
              <a:spcAft>
                <a:spcPts val="0"/>
              </a:spcAft>
              <a:buClr>
                <a:schemeClr val="accent1"/>
              </a:buClr>
              <a:buSzPts val="1100"/>
              <a:buNone/>
            </a:pPr>
            <a:endParaRPr sz="1100" i="0">
              <a:solidFill>
                <a:srgbClr val="2D3B45"/>
              </a:solidFill>
              <a:latin typeface="Open Sans"/>
              <a:ea typeface="Open Sans"/>
              <a:cs typeface="Open Sans"/>
              <a:sym typeface="Open Sans"/>
            </a:endParaRPr>
          </a:p>
          <a:p>
            <a:pPr marL="171450" lvl="0" indent="-101600" algn="l" rtl="0">
              <a:lnSpc>
                <a:spcPct val="100000"/>
              </a:lnSpc>
              <a:spcBef>
                <a:spcPts val="500"/>
              </a:spcBef>
              <a:spcAft>
                <a:spcPts val="0"/>
              </a:spcAft>
              <a:buClr>
                <a:schemeClr val="accent1"/>
              </a:buClr>
              <a:buSzPts val="1100"/>
              <a:buFont typeface="Arial"/>
              <a:buNone/>
            </a:pPr>
            <a:endParaRPr sz="1100" i="0">
              <a:solidFill>
                <a:srgbClr val="2D3B45"/>
              </a:solidFill>
              <a:latin typeface="Open Sans"/>
              <a:ea typeface="Open Sans"/>
              <a:cs typeface="Open Sans"/>
              <a:sym typeface="Open Sans"/>
            </a:endParaRPr>
          </a:p>
          <a:p>
            <a:pPr marL="0" lvl="0" indent="0" algn="l" rtl="0">
              <a:lnSpc>
                <a:spcPct val="120000"/>
              </a:lnSpc>
              <a:spcBef>
                <a:spcPts val="600"/>
              </a:spcBef>
              <a:spcAft>
                <a:spcPts val="0"/>
              </a:spcAft>
              <a:buClr>
                <a:schemeClr val="accent1"/>
              </a:buClr>
              <a:buSzPts val="1000"/>
              <a:buFont typeface="Arial"/>
              <a:buNone/>
            </a:pPr>
            <a:endParaRPr sz="1000">
              <a:solidFill>
                <a:srgbClr val="E34A06"/>
              </a:solidFill>
              <a:latin typeface="Open Sans"/>
              <a:ea typeface="Open Sans"/>
              <a:cs typeface="Open Sans"/>
              <a:sym typeface="Open Sans"/>
            </a:endParaRPr>
          </a:p>
          <a:p>
            <a:pPr marL="0" lvl="0" indent="0" algn="l" rtl="0">
              <a:lnSpc>
                <a:spcPct val="120000"/>
              </a:lnSpc>
              <a:spcBef>
                <a:spcPts val="600"/>
              </a:spcBef>
              <a:spcAft>
                <a:spcPts val="0"/>
              </a:spcAft>
              <a:buClr>
                <a:schemeClr val="accent1"/>
              </a:buClr>
              <a:buSzPts val="1500"/>
              <a:buFont typeface="Arial"/>
              <a:buNone/>
            </a:pPr>
            <a:endParaRPr>
              <a:solidFill>
                <a:srgbClr val="3598DB"/>
              </a:solidFill>
              <a:latin typeface="Corbel"/>
              <a:ea typeface="Corbel"/>
              <a:cs typeface="Corbel"/>
              <a:sym typeface="Corbel"/>
            </a:endParaRPr>
          </a:p>
          <a:p>
            <a:pPr marL="0" lvl="0" indent="0" algn="l" rtl="0">
              <a:lnSpc>
                <a:spcPct val="120000"/>
              </a:lnSpc>
              <a:spcBef>
                <a:spcPts val="1800"/>
              </a:spcBef>
              <a:spcAft>
                <a:spcPts val="0"/>
              </a:spcAft>
              <a:buClr>
                <a:schemeClr val="accent1"/>
              </a:buClr>
              <a:buSzPts val="1000"/>
              <a:buNone/>
            </a:pPr>
            <a:endParaRPr sz="1000">
              <a:solidFill>
                <a:srgbClr val="C00000"/>
              </a:solidFill>
              <a:latin typeface="Open Sans"/>
              <a:ea typeface="Open Sans"/>
              <a:cs typeface="Open Sans"/>
              <a:sym typeface="Open Sans"/>
            </a:endParaRPr>
          </a:p>
        </p:txBody>
      </p:sp>
      <p:sp>
        <p:nvSpPr>
          <p:cNvPr id="173" name="Google Shape;173;p22"/>
          <p:cNvSpPr txBox="1"/>
          <p:nvPr/>
        </p:nvSpPr>
        <p:spPr>
          <a:xfrm>
            <a:off x="5153487" y="5486400"/>
            <a:ext cx="79011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2D3B45"/>
              </a:solidFill>
              <a:latin typeface="Lato"/>
              <a:ea typeface="Lato"/>
              <a:cs typeface="Lato"/>
              <a:sym typeface="Lato"/>
            </a:endParaRPr>
          </a:p>
        </p:txBody>
      </p:sp>
      <p:sp>
        <p:nvSpPr>
          <p:cNvPr id="175" name="Google Shape;175;p22"/>
          <p:cNvSpPr txBox="1"/>
          <p:nvPr/>
        </p:nvSpPr>
        <p:spPr>
          <a:xfrm>
            <a:off x="473529" y="913135"/>
            <a:ext cx="4922293" cy="2364838"/>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Clr>
                <a:srgbClr val="000000"/>
              </a:buClr>
              <a:buSzPts val="1100"/>
              <a:buFont typeface="Arial"/>
              <a:buNone/>
            </a:pPr>
            <a:r>
              <a:rPr lang="en-US" sz="1200" b="0" i="0" u="none" strike="noStrike" cap="none" dirty="0">
                <a:solidFill>
                  <a:srgbClr val="000000"/>
                </a:solidFill>
                <a:latin typeface="Arial"/>
                <a:ea typeface="Arial"/>
                <a:cs typeface="Arial"/>
                <a:sym typeface="Arial"/>
              </a:rPr>
              <a:t>These are the components of your final grade: </a:t>
            </a:r>
            <a:endParaRPr lang="en-US" sz="1200" b="0" i="0" u="none" strike="noStrike" cap="none" dirty="0">
              <a:solidFill>
                <a:srgbClr val="000000"/>
              </a:solidFill>
              <a:latin typeface="Arial"/>
              <a:ea typeface="Arial"/>
              <a:cs typeface="Arial"/>
            </a:endParaRPr>
          </a:p>
          <a:p>
            <a:pPr marL="0" marR="0" lvl="0" indent="0" algn="l" rtl="0">
              <a:lnSpc>
                <a:spcPct val="107000"/>
              </a:lnSpc>
              <a:spcBef>
                <a:spcPts val="0"/>
              </a:spcBef>
              <a:spcAft>
                <a:spcPts val="0"/>
              </a:spcAft>
              <a:buClr>
                <a:srgbClr val="000000"/>
              </a:buClr>
              <a:buSzPts val="1100"/>
              <a:buFont typeface="Arial"/>
              <a:buNone/>
            </a:pPr>
            <a:endParaRPr sz="1200" b="0" i="0" u="none" strike="noStrike" cap="none" dirty="0">
              <a:solidFill>
                <a:srgbClr val="000000"/>
              </a:solidFill>
              <a:latin typeface="Arial"/>
              <a:ea typeface="Arial"/>
              <a:cs typeface="Arial"/>
            </a:endParaRPr>
          </a:p>
          <a:p>
            <a:pPr marL="457200" marR="0" lvl="0" indent="-304800" algn="l" rtl="0">
              <a:lnSpc>
                <a:spcPct val="107000"/>
              </a:lnSpc>
              <a:spcBef>
                <a:spcPts val="0"/>
              </a:spcBef>
              <a:spcAft>
                <a:spcPts val="0"/>
              </a:spcAft>
              <a:buClr>
                <a:schemeClr val="dk1"/>
              </a:buClr>
              <a:buSzPts val="1200"/>
              <a:buFont typeface="Open Sans"/>
              <a:buChar char="▪"/>
            </a:pPr>
            <a:r>
              <a:rPr lang="en-US" sz="1200" b="0" i="0" u="none" strike="noStrike" cap="none" dirty="0">
                <a:solidFill>
                  <a:schemeClr val="dk1"/>
                </a:solidFill>
                <a:latin typeface="Arial"/>
                <a:ea typeface="Arial"/>
                <a:cs typeface="Arial"/>
                <a:sym typeface="Arial"/>
              </a:rPr>
              <a:t>Final Capstone Project [45% of total; traditional grading]</a:t>
            </a:r>
            <a:endParaRPr sz="1200" b="0" i="0" u="none" strike="noStrike" cap="none" dirty="0">
              <a:solidFill>
                <a:schemeClr val="dk1"/>
              </a:solidFill>
              <a:latin typeface="Arial"/>
              <a:ea typeface="Arial"/>
              <a:cs typeface="Arial"/>
            </a:endParaRPr>
          </a:p>
          <a:p>
            <a:pPr marL="457200" marR="0" lvl="0" indent="-304800" algn="l" rtl="0">
              <a:lnSpc>
                <a:spcPct val="107000"/>
              </a:lnSpc>
              <a:spcBef>
                <a:spcPts val="0"/>
              </a:spcBef>
              <a:spcAft>
                <a:spcPts val="0"/>
              </a:spcAft>
              <a:buClr>
                <a:srgbClr val="000000"/>
              </a:buClr>
              <a:buSzPts val="1200"/>
              <a:buFont typeface="Open Sans"/>
              <a:buChar char="▪"/>
            </a:pPr>
            <a:r>
              <a:rPr lang="en-US" sz="1200" b="0" i="0" u="none" strike="noStrike" cap="none" dirty="0">
                <a:solidFill>
                  <a:srgbClr val="000000"/>
                </a:solidFill>
                <a:latin typeface="Arial"/>
                <a:ea typeface="Arial"/>
                <a:cs typeface="Arial"/>
                <a:sym typeface="Arial"/>
              </a:rPr>
              <a:t>Four Weekly AI Updates [20% total; pass/fail grading]</a:t>
            </a:r>
            <a:endParaRPr sz="1200" b="0" i="0" u="none" strike="noStrike" cap="none" dirty="0">
              <a:solidFill>
                <a:srgbClr val="000000"/>
              </a:solidFill>
              <a:latin typeface="Arial"/>
              <a:ea typeface="Arial"/>
              <a:cs typeface="Arial"/>
            </a:endParaRPr>
          </a:p>
          <a:p>
            <a:pPr marL="457200" marR="0" lvl="0" indent="-304800" algn="l" rtl="0">
              <a:lnSpc>
                <a:spcPct val="107000"/>
              </a:lnSpc>
              <a:spcBef>
                <a:spcPts val="0"/>
              </a:spcBef>
              <a:spcAft>
                <a:spcPts val="0"/>
              </a:spcAft>
              <a:buClr>
                <a:schemeClr val="dk1"/>
              </a:buClr>
              <a:buSzPts val="1200"/>
              <a:buFont typeface="Open Sans"/>
              <a:buChar char="▪"/>
            </a:pPr>
            <a:r>
              <a:rPr lang="en-US" sz="1200" b="0" i="0" u="none" strike="noStrike" cap="none" dirty="0">
                <a:solidFill>
                  <a:schemeClr val="dk1"/>
                </a:solidFill>
                <a:latin typeface="Arial"/>
                <a:ea typeface="Arial"/>
                <a:cs typeface="Arial"/>
                <a:sym typeface="Arial"/>
              </a:rPr>
              <a:t>AI Deep Dive [20% total; pass/fail grading]</a:t>
            </a:r>
            <a:endParaRPr sz="1200" b="0" i="0" u="none" strike="noStrike" cap="none" dirty="0">
              <a:solidFill>
                <a:schemeClr val="dk1"/>
              </a:solidFill>
              <a:latin typeface="Arial"/>
              <a:ea typeface="Arial"/>
              <a:cs typeface="Arial"/>
            </a:endParaRPr>
          </a:p>
          <a:p>
            <a:pPr marL="457200" marR="0" lvl="0" indent="-304800" algn="l" rtl="0">
              <a:lnSpc>
                <a:spcPct val="107000"/>
              </a:lnSpc>
              <a:spcBef>
                <a:spcPts val="0"/>
              </a:spcBef>
              <a:spcAft>
                <a:spcPts val="0"/>
              </a:spcAft>
              <a:buClr>
                <a:schemeClr val="dk1"/>
              </a:buClr>
              <a:buSzPts val="1200"/>
              <a:buFont typeface="Open Sans"/>
              <a:buChar char="▪"/>
            </a:pPr>
            <a:r>
              <a:rPr lang="en-US" sz="1200" b="0" i="0" u="none" strike="noStrike" cap="none" dirty="0">
                <a:solidFill>
                  <a:schemeClr val="dk1"/>
                </a:solidFill>
                <a:latin typeface="Arial"/>
                <a:ea typeface="Arial"/>
                <a:cs typeface="Arial"/>
                <a:sym typeface="Arial"/>
              </a:rPr>
              <a:t>In-Class Work [15% total; pass/fail grading]</a:t>
            </a:r>
            <a:endParaRPr sz="1200" b="0" i="0" u="none" strike="noStrike" cap="none" dirty="0">
              <a:solidFill>
                <a:schemeClr val="dk1"/>
              </a:solidFill>
              <a:latin typeface="Arial"/>
              <a:ea typeface="Arial"/>
              <a:cs typeface="Arial"/>
            </a:endParaRPr>
          </a:p>
          <a:p>
            <a:pPr marL="285750" marR="0" lvl="0" indent="-209550" algn="l" rtl="0">
              <a:lnSpc>
                <a:spcPct val="107000"/>
              </a:lnSpc>
              <a:spcBef>
                <a:spcPts val="0"/>
              </a:spcBef>
              <a:spcAft>
                <a:spcPts val="0"/>
              </a:spcAft>
              <a:buClr>
                <a:srgbClr val="ED4A51"/>
              </a:buClr>
              <a:buSzPts val="1200"/>
              <a:buFont typeface="Noto Sans Symbols"/>
              <a:buNone/>
            </a:pPr>
            <a:endParaRPr sz="1200" b="0" i="0" u="none" strike="noStrike" cap="none" dirty="0">
              <a:solidFill>
                <a:srgbClr val="ED4A51"/>
              </a:solidFill>
              <a:latin typeface="Open Sans"/>
              <a:ea typeface="Open Sans"/>
              <a:cs typeface="Open Sans"/>
              <a:sym typeface="Open Sans"/>
            </a:endParaRPr>
          </a:p>
          <a:p>
            <a:pPr marL="0" marR="0" lvl="0" indent="0" algn="l" rtl="0">
              <a:lnSpc>
                <a:spcPct val="107000"/>
              </a:lnSpc>
              <a:spcBef>
                <a:spcPts val="0"/>
              </a:spcBef>
              <a:spcAft>
                <a:spcPts val="0"/>
              </a:spcAft>
              <a:buNone/>
            </a:pPr>
            <a:endParaRPr sz="1200" b="0" i="0" u="none" strike="noStrike" cap="none" dirty="0">
              <a:solidFill>
                <a:srgbClr val="000000"/>
              </a:solidFill>
              <a:latin typeface="Arial"/>
              <a:ea typeface="Arial"/>
              <a:cs typeface="Arial"/>
              <a:sym typeface="Arial"/>
            </a:endParaRPr>
          </a:p>
          <a:p>
            <a:pPr marL="0" marR="0" lvl="0" indent="0" algn="l" rtl="0">
              <a:lnSpc>
                <a:spcPct val="107000"/>
              </a:lnSpc>
              <a:spcBef>
                <a:spcPts val="0"/>
              </a:spcBef>
              <a:spcAft>
                <a:spcPts val="0"/>
              </a:spcAft>
              <a:buNone/>
            </a:pPr>
            <a:endParaRPr sz="1800" b="0" i="0" u="none" strike="noStrike" cap="none" dirty="0">
              <a:solidFill>
                <a:srgbClr val="3598DB"/>
              </a:solidFill>
              <a:latin typeface="Raleway"/>
              <a:ea typeface="Raleway"/>
              <a:cs typeface="Raleway"/>
              <a:sym typeface="Raleway"/>
            </a:endParaRPr>
          </a:p>
          <a:p>
            <a:pPr marL="0" marR="0" lvl="0" indent="0" algn="l" rtl="0">
              <a:lnSpc>
                <a:spcPct val="107000"/>
              </a:lnSpc>
              <a:spcBef>
                <a:spcPts val="0"/>
              </a:spcBef>
              <a:spcAft>
                <a:spcPts val="0"/>
              </a:spcAft>
              <a:buNone/>
            </a:pPr>
            <a:endParaRPr sz="1200" b="0" i="0" u="none" strike="noStrike" cap="none" dirty="0">
              <a:solidFill>
                <a:srgbClr val="000000"/>
              </a:solidFill>
              <a:latin typeface="Arial"/>
              <a:ea typeface="Arial"/>
              <a:cs typeface="Arial"/>
              <a:sym typeface="Arial"/>
            </a:endParaRPr>
          </a:p>
          <a:p>
            <a:pPr marL="0" marR="0" lvl="0" indent="0" algn="l" rtl="0">
              <a:lnSpc>
                <a:spcPct val="107000"/>
              </a:lnSpc>
              <a:spcBef>
                <a:spcPts val="0"/>
              </a:spcBef>
              <a:spcAft>
                <a:spcPts val="0"/>
              </a:spcAft>
              <a:buNone/>
            </a:pPr>
            <a:endParaRPr sz="1200" b="0" i="0" u="none" strike="noStrike" cap="none" dirty="0">
              <a:solidFill>
                <a:srgbClr val="000000"/>
              </a:solidFill>
              <a:latin typeface="Arial"/>
              <a:ea typeface="Arial"/>
              <a:cs typeface="Arial"/>
              <a:sym typeface="Arial"/>
            </a:endParaRPr>
          </a:p>
        </p:txBody>
      </p:sp>
      <p:sp>
        <p:nvSpPr>
          <p:cNvPr id="176" name="Google Shape;176;p22"/>
          <p:cNvSpPr txBox="1"/>
          <p:nvPr/>
        </p:nvSpPr>
        <p:spPr>
          <a:xfrm>
            <a:off x="473529" y="6309179"/>
            <a:ext cx="7566520" cy="54882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chemeClr val="lt2"/>
              </a:buClr>
              <a:buSzPts val="800"/>
              <a:buFont typeface="Arial"/>
              <a:buChar char="​"/>
            </a:pPr>
            <a:r>
              <a:rPr lang="en-US" sz="800" b="0" i="0" u="none" strike="noStrike" cap="none">
                <a:solidFill>
                  <a:schemeClr val="lt2"/>
                </a:solidFill>
                <a:latin typeface="Open Sans"/>
                <a:ea typeface="Open Sans"/>
                <a:cs typeface="Open Sans"/>
                <a:sym typeface="Open Sans"/>
              </a:rPr>
              <a:t>AI and Legal Research | [Term] | Professor [name] | Syllabus</a:t>
            </a:r>
            <a:endParaRPr sz="1400" b="0" i="0" u="none" strike="noStrike" cap="none">
              <a:solidFill>
                <a:srgbClr val="000000"/>
              </a:solidFill>
              <a:latin typeface="Arial"/>
              <a:ea typeface="Arial"/>
              <a:cs typeface="Arial"/>
              <a:sym typeface="Arial"/>
            </a:endParaRPr>
          </a:p>
        </p:txBody>
      </p:sp>
      <p:pic>
        <p:nvPicPr>
          <p:cNvPr id="177" name="Google Shape;177;p22"/>
          <p:cNvPicPr preferRelativeResize="0"/>
          <p:nvPr/>
        </p:nvPicPr>
        <p:blipFill rotWithShape="1">
          <a:blip r:embed="rId3">
            <a:alphaModFix/>
          </a:blip>
          <a:srcRect/>
          <a:stretch/>
        </p:blipFill>
        <p:spPr>
          <a:xfrm>
            <a:off x="5279468" y="1137360"/>
            <a:ext cx="3488501" cy="33301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4"/>
          <p:cNvSpPr txBox="1">
            <a:spLocks noGrp="1"/>
          </p:cNvSpPr>
          <p:nvPr>
            <p:ph type="title"/>
          </p:nvPr>
        </p:nvSpPr>
        <p:spPr>
          <a:xfrm>
            <a:off x="473529" y="682625"/>
            <a:ext cx="3182052" cy="1228028"/>
          </a:xfrm>
          <a:prstGeom prst="rect">
            <a:avLst/>
          </a:prstGeom>
          <a:noFill/>
          <a:ln>
            <a:noFill/>
          </a:ln>
        </p:spPr>
        <p:txBody>
          <a:bodyPr spcFirstLastPara="1" wrap="square" lIns="0" tIns="0" rIns="0" bIns="0" anchor="t" anchorCtr="0">
            <a:noAutofit/>
          </a:bodyPr>
          <a:lstStyle/>
          <a:p>
            <a:pPr marL="0" lvl="0" indent="0" algn="l" rtl="0">
              <a:lnSpc>
                <a:spcPct val="95000"/>
              </a:lnSpc>
              <a:spcBef>
                <a:spcPts val="0"/>
              </a:spcBef>
              <a:spcAft>
                <a:spcPts val="0"/>
              </a:spcAft>
              <a:buClr>
                <a:schemeClr val="dk2"/>
              </a:buClr>
              <a:buSzPts val="2800"/>
              <a:buFont typeface="Raleway"/>
              <a:buNone/>
            </a:pPr>
            <a:r>
              <a:rPr lang="en-US" b="0">
                <a:latin typeface="Raleway"/>
                <a:ea typeface="Raleway"/>
                <a:cs typeface="Raleway"/>
                <a:sym typeface="Raleway"/>
              </a:rPr>
              <a:t>Final Capstone</a:t>
            </a:r>
            <a:endParaRPr b="0">
              <a:latin typeface="Raleway"/>
              <a:ea typeface="Raleway"/>
              <a:cs typeface="Raleway"/>
              <a:sym typeface="Raleway"/>
            </a:endParaRPr>
          </a:p>
          <a:p>
            <a:pPr marL="0" lvl="0" indent="0" algn="l" rtl="0">
              <a:lnSpc>
                <a:spcPct val="95000"/>
              </a:lnSpc>
              <a:spcBef>
                <a:spcPts val="0"/>
              </a:spcBef>
              <a:spcAft>
                <a:spcPts val="0"/>
              </a:spcAft>
              <a:buSzPts val="2800"/>
              <a:buNone/>
            </a:pPr>
            <a:r>
              <a:rPr lang="en-US" b="0">
                <a:latin typeface="Raleway"/>
                <a:ea typeface="Raleway"/>
                <a:cs typeface="Raleway"/>
                <a:sym typeface="Raleway"/>
              </a:rPr>
              <a:t>Project </a:t>
            </a:r>
            <a:br>
              <a:rPr lang="en-US" b="0">
                <a:latin typeface="Raleway"/>
                <a:ea typeface="Raleway"/>
                <a:cs typeface="Raleway"/>
                <a:sym typeface="Raleway"/>
              </a:rPr>
            </a:br>
            <a:r>
              <a:rPr lang="en-US" sz="2000" b="0">
                <a:latin typeface="Raleway"/>
                <a:ea typeface="Raleway"/>
                <a:cs typeface="Raleway"/>
                <a:sym typeface="Raleway"/>
              </a:rPr>
              <a:t>(45% of the course grade)</a:t>
            </a:r>
            <a:br>
              <a:rPr lang="en-US" b="0">
                <a:latin typeface="Raleway"/>
                <a:ea typeface="Raleway"/>
                <a:cs typeface="Raleway"/>
                <a:sym typeface="Raleway"/>
              </a:rPr>
            </a:br>
            <a:endParaRPr b="0">
              <a:latin typeface="Raleway"/>
              <a:ea typeface="Raleway"/>
              <a:cs typeface="Raleway"/>
              <a:sym typeface="Raleway"/>
            </a:endParaRPr>
          </a:p>
          <a:p>
            <a:pPr marL="0" lvl="0" indent="0" algn="l" rtl="0">
              <a:lnSpc>
                <a:spcPct val="95000"/>
              </a:lnSpc>
              <a:spcBef>
                <a:spcPts val="0"/>
              </a:spcBef>
              <a:spcAft>
                <a:spcPts val="0"/>
              </a:spcAft>
              <a:buClr>
                <a:schemeClr val="dk2"/>
              </a:buClr>
              <a:buSzPts val="2800"/>
              <a:buFont typeface="Raleway"/>
              <a:buNone/>
            </a:pPr>
            <a:endParaRPr b="0">
              <a:latin typeface="Raleway"/>
              <a:ea typeface="Raleway"/>
              <a:cs typeface="Raleway"/>
              <a:sym typeface="Raleway"/>
            </a:endParaRPr>
          </a:p>
        </p:txBody>
      </p:sp>
      <p:sp>
        <p:nvSpPr>
          <p:cNvPr id="190" name="Google Shape;190;p24"/>
          <p:cNvSpPr txBox="1">
            <a:spLocks noGrp="1"/>
          </p:cNvSpPr>
          <p:nvPr>
            <p:ph type="body" idx="1"/>
          </p:nvPr>
        </p:nvSpPr>
        <p:spPr>
          <a:xfrm>
            <a:off x="3807197" y="682625"/>
            <a:ext cx="5006700" cy="54927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1200"/>
              </a:spcBef>
              <a:spcAft>
                <a:spcPts val="0"/>
              </a:spcAft>
              <a:buClr>
                <a:schemeClr val="dk1"/>
              </a:buClr>
              <a:buSzPts val="1200"/>
              <a:buNone/>
            </a:pPr>
            <a:r>
              <a:rPr lang="en-US" sz="1200" i="0" dirty="0">
                <a:solidFill>
                  <a:schemeClr val="dk1"/>
                </a:solidFill>
                <a:latin typeface="Arial"/>
                <a:ea typeface="Arial"/>
                <a:cs typeface="Arial"/>
                <a:sym typeface="Arial"/>
              </a:rPr>
              <a:t>This project will include a documented research workflow for a realistic problem, due at the end of the term. It will include both AI and traditional research elements. To ensure sufficient time for completion, the capstone project will be released the first week of class (or as soon as possible thereafter) and will be due on the final day of classes, at [time]. </a:t>
            </a:r>
            <a:endParaRPr sz="1200" i="0" dirty="0">
              <a:solidFill>
                <a:schemeClr val="dk1"/>
              </a:solidFill>
              <a:latin typeface="Arial"/>
              <a:ea typeface="Arial"/>
              <a:cs typeface="Arial"/>
              <a:sym typeface="Arial"/>
            </a:endParaRPr>
          </a:p>
          <a:p>
            <a:pPr marL="0" indent="0">
              <a:spcBef>
                <a:spcPts val="1200"/>
              </a:spcBef>
              <a:buClr>
                <a:schemeClr val="dk1"/>
              </a:buClr>
              <a:buSzPts val="1200"/>
              <a:buNone/>
            </a:pPr>
            <a:r>
              <a:rPr lang="en-US" sz="1200" i="0" dirty="0">
                <a:solidFill>
                  <a:schemeClr val="dk1"/>
                </a:solidFill>
                <a:latin typeface="Arial"/>
                <a:ea typeface="Arial"/>
                <a:cs typeface="Arial"/>
                <a:sym typeface="Arial"/>
              </a:rPr>
              <a:t>The project is worth 45% of the total grade. Grading will be curved with a goal of achieving an overall course grade spread that adheres to grading norms. </a:t>
            </a:r>
          </a:p>
          <a:p>
            <a:pPr marL="0" lvl="0" indent="0" algn="l">
              <a:lnSpc>
                <a:spcPct val="120000"/>
              </a:lnSpc>
              <a:spcBef>
                <a:spcPts val="1200"/>
              </a:spcBef>
              <a:spcAft>
                <a:spcPts val="0"/>
              </a:spcAft>
              <a:buSzPts val="1200"/>
              <a:buNone/>
            </a:pPr>
            <a:r>
              <a:rPr lang="en-US" sz="1200" i="0" dirty="0">
                <a:solidFill>
                  <a:schemeClr val="dk1"/>
                </a:solidFill>
                <a:latin typeface="Arial"/>
                <a:ea typeface="Arial"/>
                <a:cs typeface="Arial"/>
                <a:sym typeface="Arial"/>
              </a:rPr>
              <a:t>The work product will consist of:</a:t>
            </a:r>
            <a:endParaRPr sz="1200" i="0" dirty="0">
              <a:solidFill>
                <a:schemeClr val="dk1"/>
              </a:solidFill>
              <a:latin typeface="Arial"/>
              <a:ea typeface="Arial"/>
              <a:cs typeface="Arial"/>
            </a:endParaRPr>
          </a:p>
          <a:p>
            <a:pPr marL="323850" lvl="0" indent="-171450" algn="l" rtl="0">
              <a:lnSpc>
                <a:spcPct val="120000"/>
              </a:lnSpc>
              <a:spcBef>
                <a:spcPts val="1200"/>
              </a:spcBef>
              <a:spcAft>
                <a:spcPts val="0"/>
              </a:spcAft>
              <a:buClr>
                <a:schemeClr val="dk1"/>
              </a:buClr>
              <a:buSzPts val="1200"/>
              <a:buFont typeface="Noto Sans Symbols"/>
              <a:buChar char="▪"/>
            </a:pPr>
            <a:r>
              <a:rPr lang="en-US" sz="1200" i="0" dirty="0">
                <a:solidFill>
                  <a:schemeClr val="dk1"/>
                </a:solidFill>
                <a:latin typeface="Arial"/>
                <a:ea typeface="Arial"/>
                <a:cs typeface="Arial"/>
                <a:sym typeface="Arial"/>
              </a:rPr>
              <a:t>One objective memo to the client, of no more than 700 words.</a:t>
            </a:r>
            <a:endParaRPr sz="1200" i="0" dirty="0">
              <a:solidFill>
                <a:schemeClr val="dk1"/>
              </a:solidFill>
              <a:latin typeface="Arial"/>
              <a:ea typeface="Arial"/>
              <a:cs typeface="Arial"/>
              <a:sym typeface="Arial"/>
            </a:endParaRPr>
          </a:p>
          <a:p>
            <a:pPr marL="323850" lvl="0" indent="-171450" algn="l" rtl="0">
              <a:lnSpc>
                <a:spcPct val="120000"/>
              </a:lnSpc>
              <a:spcBef>
                <a:spcPts val="0"/>
              </a:spcBef>
              <a:spcAft>
                <a:spcPts val="0"/>
              </a:spcAft>
              <a:buClr>
                <a:schemeClr val="dk1"/>
              </a:buClr>
              <a:buSzPts val="1200"/>
              <a:buFont typeface="Noto Sans Symbols"/>
              <a:buChar char="▪"/>
            </a:pPr>
            <a:r>
              <a:rPr lang="en-US" sz="1200" i="0" dirty="0">
                <a:solidFill>
                  <a:schemeClr val="dk1"/>
                </a:solidFill>
                <a:latin typeface="Arial"/>
                <a:ea typeface="Arial"/>
                <a:cs typeface="Arial"/>
                <a:sym typeface="Arial"/>
              </a:rPr>
              <a:t>Workflow and Reflection Documentation, submitted in Canvas, that records a multi-step research workflow and a reflection on the whole project, with supporting uploads of the AI outputs and reports.</a:t>
            </a:r>
            <a:endParaRPr sz="1200" i="0" dirty="0">
              <a:solidFill>
                <a:schemeClr val="dk1"/>
              </a:solidFill>
              <a:latin typeface="Arial"/>
              <a:ea typeface="Arial"/>
              <a:cs typeface="Arial"/>
              <a:sym typeface="Arial"/>
            </a:endParaRPr>
          </a:p>
          <a:p>
            <a:pPr marL="0" lvl="0" indent="0" algn="l" rtl="0">
              <a:lnSpc>
                <a:spcPct val="120000"/>
              </a:lnSpc>
              <a:spcBef>
                <a:spcPts val="1200"/>
              </a:spcBef>
              <a:spcAft>
                <a:spcPts val="0"/>
              </a:spcAft>
              <a:buClr>
                <a:schemeClr val="dk1"/>
              </a:buClr>
              <a:buSzPts val="1200"/>
              <a:buNone/>
            </a:pPr>
            <a:r>
              <a:rPr lang="en-US" sz="1200" i="0" dirty="0">
                <a:solidFill>
                  <a:schemeClr val="dk1"/>
                </a:solidFill>
                <a:latin typeface="Arial"/>
                <a:ea typeface="Arial"/>
                <a:cs typeface="Arial"/>
                <a:sym typeface="Arial"/>
              </a:rPr>
              <a:t>Both the answer set forth in the memo and the quality of the responses to the workflow document will be considered in awarding the final grade. </a:t>
            </a:r>
            <a:endParaRPr sz="1200" i="0" dirty="0">
              <a:solidFill>
                <a:schemeClr val="dk1"/>
              </a:solidFill>
              <a:latin typeface="Arial"/>
              <a:ea typeface="Arial"/>
              <a:cs typeface="Arial"/>
              <a:sym typeface="Arial"/>
            </a:endParaRPr>
          </a:p>
          <a:p>
            <a:pPr marL="0" lvl="0" indent="0" algn="l" rtl="0">
              <a:lnSpc>
                <a:spcPct val="100000"/>
              </a:lnSpc>
              <a:spcBef>
                <a:spcPts val="0"/>
              </a:spcBef>
              <a:spcAft>
                <a:spcPts val="0"/>
              </a:spcAft>
              <a:buClr>
                <a:schemeClr val="dk1"/>
              </a:buClr>
              <a:buSzPts val="1800"/>
              <a:buNone/>
            </a:pPr>
            <a:endParaRPr sz="1200" i="0" dirty="0">
              <a:solidFill>
                <a:schemeClr val="dk1"/>
              </a:solidFill>
              <a:latin typeface="Arial"/>
              <a:ea typeface="Arial"/>
              <a:cs typeface="Arial"/>
              <a:sym typeface="Arial"/>
            </a:endParaRPr>
          </a:p>
          <a:p>
            <a:pPr marL="0" lvl="0" indent="0" algn="l" rtl="0">
              <a:lnSpc>
                <a:spcPct val="100000"/>
              </a:lnSpc>
              <a:spcBef>
                <a:spcPts val="0"/>
              </a:spcBef>
              <a:spcAft>
                <a:spcPts val="0"/>
              </a:spcAft>
              <a:buClr>
                <a:schemeClr val="dk1"/>
              </a:buClr>
              <a:buSzPts val="1800"/>
              <a:buFont typeface="Arial"/>
              <a:buNone/>
            </a:pPr>
            <a:r>
              <a:rPr lang="en-US" sz="1200" i="0" dirty="0">
                <a:solidFill>
                  <a:schemeClr val="dk1"/>
                </a:solidFill>
                <a:latin typeface="Arial"/>
                <a:ea typeface="Arial"/>
                <a:cs typeface="Arial"/>
                <a:sym typeface="Arial"/>
              </a:rPr>
              <a:t>You may submit this project late without an extension: 10% penalty up to 24 hours late, 20% from 24 to 48 hours. I will not accept unexcused late work after 48 hours. </a:t>
            </a:r>
            <a:endParaRPr lang="en-US" sz="1200" i="0" dirty="0">
              <a:solidFill>
                <a:schemeClr val="dk1"/>
              </a:solidFill>
              <a:latin typeface="Arial"/>
              <a:ea typeface="Arial"/>
              <a:cs typeface="Arial"/>
            </a:endParaRPr>
          </a:p>
          <a:p>
            <a:pPr marL="0" lvl="0" indent="0" algn="l" rtl="0">
              <a:lnSpc>
                <a:spcPct val="120000"/>
              </a:lnSpc>
              <a:spcBef>
                <a:spcPts val="1200"/>
              </a:spcBef>
              <a:spcAft>
                <a:spcPts val="0"/>
              </a:spcAft>
              <a:buClr>
                <a:schemeClr val="dk1"/>
              </a:buClr>
              <a:buSzPts val="1200"/>
              <a:buNone/>
            </a:pPr>
            <a:endParaRPr sz="1200" i="0" dirty="0">
              <a:solidFill>
                <a:schemeClr val="dk1"/>
              </a:solidFill>
              <a:latin typeface="Open Sans"/>
              <a:ea typeface="Open Sans"/>
              <a:cs typeface="Open Sans"/>
              <a:sym typeface="Open Sans"/>
            </a:endParaRPr>
          </a:p>
          <a:p>
            <a:pPr marL="0" lvl="0" indent="0" algn="l" rtl="0">
              <a:lnSpc>
                <a:spcPct val="120000"/>
              </a:lnSpc>
              <a:spcBef>
                <a:spcPts val="1200"/>
              </a:spcBef>
              <a:spcAft>
                <a:spcPts val="0"/>
              </a:spcAft>
              <a:buClr>
                <a:srgbClr val="3598DB"/>
              </a:buClr>
              <a:buSzPts val="1200"/>
              <a:buNone/>
            </a:pPr>
            <a:endParaRPr dirty="0"/>
          </a:p>
          <a:p>
            <a:pPr marL="0" lvl="0" indent="0" algn="l" rtl="0">
              <a:lnSpc>
                <a:spcPct val="120000"/>
              </a:lnSpc>
              <a:spcBef>
                <a:spcPts val="1200"/>
              </a:spcBef>
              <a:spcAft>
                <a:spcPts val="0"/>
              </a:spcAft>
              <a:buClr>
                <a:schemeClr val="accent1"/>
              </a:buClr>
              <a:buSzPts val="1100"/>
              <a:buNone/>
            </a:pPr>
            <a:endParaRPr sz="1100" dirty="0">
              <a:solidFill>
                <a:schemeClr val="dk1"/>
              </a:solidFill>
              <a:latin typeface="Open Sans"/>
              <a:ea typeface="Open Sans"/>
              <a:cs typeface="Open Sans"/>
              <a:sym typeface="Open Sans"/>
            </a:endParaRPr>
          </a:p>
        </p:txBody>
      </p:sp>
      <p:sp>
        <p:nvSpPr>
          <p:cNvPr id="191" name="Google Shape;191;p24"/>
          <p:cNvSpPr txBox="1"/>
          <p:nvPr/>
        </p:nvSpPr>
        <p:spPr>
          <a:xfrm>
            <a:off x="457200" y="6446429"/>
            <a:ext cx="7566520" cy="54882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chemeClr val="lt2"/>
              </a:buClr>
              <a:buSzPts val="800"/>
              <a:buFont typeface="Arial"/>
              <a:buChar char="​"/>
            </a:pPr>
            <a:r>
              <a:rPr lang="en-US" sz="800" b="0" i="0" u="none" strike="noStrike" cap="none">
                <a:solidFill>
                  <a:schemeClr val="lt2"/>
                </a:solidFill>
                <a:latin typeface="Open Sans"/>
                <a:ea typeface="Open Sans"/>
                <a:cs typeface="Open Sans"/>
                <a:sym typeface="Open Sans"/>
              </a:rPr>
              <a:t>AI and Legal Research | [Term] | Professor [name] | Syllabus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5"/>
          <p:cNvSpPr txBox="1">
            <a:spLocks noGrp="1"/>
          </p:cNvSpPr>
          <p:nvPr>
            <p:ph type="title"/>
          </p:nvPr>
        </p:nvSpPr>
        <p:spPr>
          <a:xfrm>
            <a:off x="473529" y="682625"/>
            <a:ext cx="3062396" cy="1227900"/>
          </a:xfrm>
          <a:prstGeom prst="rect">
            <a:avLst/>
          </a:prstGeom>
          <a:noFill/>
          <a:ln>
            <a:noFill/>
          </a:ln>
        </p:spPr>
        <p:txBody>
          <a:bodyPr spcFirstLastPara="1" wrap="square" lIns="0" tIns="0" rIns="0" bIns="0" anchor="t" anchorCtr="0">
            <a:noAutofit/>
          </a:bodyPr>
          <a:lstStyle/>
          <a:p>
            <a:pPr marL="0" lvl="0" indent="0" algn="l" rtl="0">
              <a:lnSpc>
                <a:spcPct val="95000"/>
              </a:lnSpc>
              <a:spcBef>
                <a:spcPts val="0"/>
              </a:spcBef>
              <a:spcAft>
                <a:spcPts val="0"/>
              </a:spcAft>
              <a:buSzPts val="2800"/>
              <a:buNone/>
            </a:pPr>
            <a:r>
              <a:rPr lang="en-US" b="0">
                <a:latin typeface="Raleway"/>
                <a:ea typeface="Raleway"/>
                <a:cs typeface="Raleway"/>
                <a:sym typeface="Raleway"/>
              </a:rPr>
              <a:t>Weekly AI Updates</a:t>
            </a:r>
            <a:br>
              <a:rPr lang="en-US" b="0">
                <a:latin typeface="Raleway"/>
                <a:ea typeface="Raleway"/>
                <a:cs typeface="Raleway"/>
                <a:sym typeface="Raleway"/>
              </a:rPr>
            </a:br>
            <a:r>
              <a:rPr lang="en-US" sz="2000" b="0">
                <a:latin typeface="Raleway"/>
                <a:ea typeface="Raleway"/>
                <a:cs typeface="Raleway"/>
                <a:sym typeface="Raleway"/>
              </a:rPr>
              <a:t>(20% of the course grade)</a:t>
            </a:r>
            <a:endParaRPr sz="2000" b="0">
              <a:latin typeface="Raleway"/>
              <a:ea typeface="Raleway"/>
              <a:cs typeface="Raleway"/>
              <a:sym typeface="Raleway"/>
            </a:endParaRPr>
          </a:p>
          <a:p>
            <a:pPr marL="0" lvl="0" indent="0" algn="l" rtl="0">
              <a:lnSpc>
                <a:spcPct val="95000"/>
              </a:lnSpc>
              <a:spcBef>
                <a:spcPts val="0"/>
              </a:spcBef>
              <a:spcAft>
                <a:spcPts val="0"/>
              </a:spcAft>
              <a:buClr>
                <a:schemeClr val="dk2"/>
              </a:buClr>
              <a:buSzPts val="2800"/>
              <a:buFont typeface="Raleway"/>
              <a:buNone/>
            </a:pPr>
            <a:endParaRPr b="0">
              <a:latin typeface="Raleway"/>
              <a:ea typeface="Raleway"/>
              <a:cs typeface="Raleway"/>
              <a:sym typeface="Raleway"/>
            </a:endParaRPr>
          </a:p>
        </p:txBody>
      </p:sp>
      <p:sp>
        <p:nvSpPr>
          <p:cNvPr id="197" name="Google Shape;197;p25"/>
          <p:cNvSpPr txBox="1">
            <a:spLocks noGrp="1"/>
          </p:cNvSpPr>
          <p:nvPr>
            <p:ph type="body" idx="1"/>
          </p:nvPr>
        </p:nvSpPr>
        <p:spPr>
          <a:xfrm>
            <a:off x="3867354" y="682625"/>
            <a:ext cx="4946543" cy="5492700"/>
          </a:xfrm>
          <a:prstGeom prst="rect">
            <a:avLst/>
          </a:prstGeom>
          <a:noFill/>
          <a:ln>
            <a:noFill/>
          </a:ln>
        </p:spPr>
        <p:txBody>
          <a:bodyPr spcFirstLastPara="1" wrap="square" lIns="0" tIns="0" rIns="0" bIns="0" anchor="t" anchorCtr="0">
            <a:noAutofit/>
          </a:bodyPr>
          <a:lstStyle/>
          <a:p>
            <a:pPr marL="0" lvl="0" indent="0" algn="l" rtl="0">
              <a:lnSpc>
                <a:spcPct val="107000"/>
              </a:lnSpc>
              <a:spcBef>
                <a:spcPts val="0"/>
              </a:spcBef>
              <a:spcAft>
                <a:spcPts val="0"/>
              </a:spcAft>
              <a:buSzPts val="1800"/>
              <a:buNone/>
            </a:pPr>
            <a:r>
              <a:rPr lang="en-US" sz="1200" i="0" dirty="0">
                <a:solidFill>
                  <a:schemeClr val="dk1"/>
                </a:solidFill>
                <a:latin typeface="Arial"/>
                <a:ea typeface="Arial"/>
                <a:cs typeface="Arial"/>
                <a:sym typeface="Arial"/>
              </a:rPr>
              <a:t>There are five class sessions (Weeks 2 through 6) that will have opportunities for weekly AI updates. Weekly updates are your reviews of news stories, blog posts, or podcasts. The topics may relate to AI generally, AI in legal work, or AI in legal research. The purpose is to learn more about this technology and to develop habits that will sustain self-directed learning after the course is over.</a:t>
            </a: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r>
              <a:rPr lang="en-US" sz="1200" i="0" dirty="0">
                <a:solidFill>
                  <a:schemeClr val="dk1"/>
                </a:solidFill>
                <a:latin typeface="Arial"/>
                <a:ea typeface="Arial"/>
                <a:cs typeface="Arial"/>
                <a:sym typeface="Arial"/>
              </a:rPr>
              <a:t>For each weekly update, you will post a link to the reviewed resource and a short summary of 200-400 words on a Discussion Board by [time] on the Sunday before class. Don’t worry. You don’t have to reply to each other’s posts.</a:t>
            </a:r>
            <a:endParaRPr dirty="0"/>
          </a:p>
          <a:p>
            <a:pPr marL="0" lvl="0" indent="0" algn="l" rtl="0">
              <a:lnSpc>
                <a:spcPct val="107000"/>
              </a:lnSpc>
              <a:spcBef>
                <a:spcPts val="0"/>
              </a:spcBef>
              <a:spcAft>
                <a:spcPts val="0"/>
              </a:spcAft>
              <a:buSzPts val="1800"/>
              <a:buNone/>
            </a:pP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r>
              <a:rPr lang="en-US" sz="1200" i="0" dirty="0">
                <a:solidFill>
                  <a:schemeClr val="dk1"/>
                </a:solidFill>
                <a:latin typeface="Arial"/>
                <a:ea typeface="Arial"/>
                <a:cs typeface="Arial"/>
                <a:sym typeface="Arial"/>
              </a:rPr>
              <a:t>The post should summarize the substance of the item and your personal reaction. We will spend a short period of time at the start of each class discussing the weekly updates. Be prepared to briefly discuss the substance of your selection, why you chose it, and any reaction you have to it. If there is class discussion on a topic, great! If not, we will move on. </a:t>
            </a: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r>
              <a:rPr lang="en-US" sz="1200" i="0" dirty="0">
                <a:solidFill>
                  <a:schemeClr val="dk1"/>
                </a:solidFill>
                <a:latin typeface="Arial"/>
                <a:ea typeface="Arial"/>
                <a:cs typeface="Arial"/>
                <a:sym typeface="Arial"/>
              </a:rPr>
              <a:t>You must successfully complete both portions (post to the discussion board and briefly summarize in class) to receive full credit for a week. If you miss class that week, you may give your summary at the next class you attend.</a:t>
            </a: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r>
              <a:rPr lang="en-US" sz="1200" i="0" dirty="0">
                <a:solidFill>
                  <a:schemeClr val="dk1"/>
                </a:solidFill>
                <a:latin typeface="Arial"/>
                <a:ea typeface="Arial"/>
                <a:cs typeface="Arial"/>
                <a:sym typeface="Arial"/>
              </a:rPr>
              <a:t>Only four such updates are required. In other words, you can miss a week without penalty. Each item is worth 5% of your total grade. A “pass” is recorded as 95%, not 100%, in the course grading. A late item will be recorded as 85%. </a:t>
            </a:r>
            <a:endParaRPr sz="1200" dirty="0">
              <a:latin typeface="Arial"/>
              <a:ea typeface="Arial"/>
              <a:cs typeface="Arial"/>
              <a:sym typeface="Arial"/>
            </a:endParaRPr>
          </a:p>
          <a:p>
            <a:pPr marL="0" lvl="0" indent="0" algn="l" rtl="0">
              <a:lnSpc>
                <a:spcPct val="120000"/>
              </a:lnSpc>
              <a:spcBef>
                <a:spcPts val="1200"/>
              </a:spcBef>
              <a:spcAft>
                <a:spcPts val="0"/>
              </a:spcAft>
              <a:buClr>
                <a:schemeClr val="accent1"/>
              </a:buClr>
              <a:buSzPts val="1100"/>
              <a:buNone/>
            </a:pPr>
            <a:endParaRPr sz="1100" dirty="0">
              <a:solidFill>
                <a:schemeClr val="dk1"/>
              </a:solidFill>
              <a:latin typeface="Open Sans"/>
              <a:ea typeface="Open Sans"/>
              <a:cs typeface="Open Sans"/>
              <a:sym typeface="Open Sans"/>
            </a:endParaRPr>
          </a:p>
        </p:txBody>
      </p:sp>
      <p:sp>
        <p:nvSpPr>
          <p:cNvPr id="198" name="Google Shape;198;p25"/>
          <p:cNvSpPr txBox="1"/>
          <p:nvPr/>
        </p:nvSpPr>
        <p:spPr>
          <a:xfrm>
            <a:off x="473529" y="6309179"/>
            <a:ext cx="7566600" cy="5487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chemeClr val="lt2"/>
              </a:buClr>
              <a:buSzPts val="800"/>
              <a:buFont typeface="Arial"/>
              <a:buChar char="​"/>
            </a:pPr>
            <a:r>
              <a:rPr lang="en-US" sz="800" b="0" i="0" u="none" strike="noStrike" cap="none">
                <a:solidFill>
                  <a:schemeClr val="lt2"/>
                </a:solidFill>
                <a:latin typeface="Open Sans"/>
                <a:ea typeface="Open Sans"/>
                <a:cs typeface="Open Sans"/>
                <a:sym typeface="Open Sans"/>
              </a:rPr>
              <a:t>AI and Legal Research | [Term] | Professor [name] | Syllabus</a:t>
            </a:r>
            <a:endParaRPr sz="1400" b="0" i="0" u="none" strike="noStrike" cap="none">
              <a:solidFill>
                <a:srgbClr val="000000"/>
              </a:solidFill>
              <a:latin typeface="Arial"/>
              <a:ea typeface="Arial"/>
              <a:cs typeface="Arial"/>
              <a:sym typeface="Arial"/>
            </a:endParaRPr>
          </a:p>
        </p:txBody>
      </p:sp>
      <p:sp>
        <p:nvSpPr>
          <p:cNvPr id="199" name="Google Shape;199;p25" descr="Smiling face outline with solid fill"/>
          <p:cNvSpPr/>
          <p:nvPr/>
        </p:nvSpPr>
        <p:spPr>
          <a:xfrm>
            <a:off x="7343502" y="2368731"/>
            <a:ext cx="394063" cy="394063"/>
          </a:xfrm>
          <a:prstGeom prst="rect">
            <a:avLst/>
          </a:prstGeom>
          <a:noFill/>
          <a:ln>
            <a:noFill/>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6"/>
          <p:cNvSpPr txBox="1">
            <a:spLocks noGrp="1"/>
          </p:cNvSpPr>
          <p:nvPr>
            <p:ph type="title"/>
          </p:nvPr>
        </p:nvSpPr>
        <p:spPr>
          <a:xfrm>
            <a:off x="473529" y="682625"/>
            <a:ext cx="3182100" cy="1227900"/>
          </a:xfrm>
          <a:prstGeom prst="rect">
            <a:avLst/>
          </a:prstGeom>
          <a:noFill/>
          <a:ln>
            <a:noFill/>
          </a:ln>
        </p:spPr>
        <p:txBody>
          <a:bodyPr spcFirstLastPara="1" wrap="square" lIns="0" tIns="0" rIns="0" bIns="0" anchor="t" anchorCtr="0">
            <a:noAutofit/>
          </a:bodyPr>
          <a:lstStyle/>
          <a:p>
            <a:pPr marL="0" lvl="0" indent="0" algn="l" rtl="0">
              <a:lnSpc>
                <a:spcPct val="95000"/>
              </a:lnSpc>
              <a:spcBef>
                <a:spcPts val="0"/>
              </a:spcBef>
              <a:spcAft>
                <a:spcPts val="0"/>
              </a:spcAft>
              <a:buSzPts val="2800"/>
              <a:buNone/>
            </a:pPr>
            <a:r>
              <a:rPr lang="en-US" b="0">
                <a:latin typeface="Raleway"/>
                <a:ea typeface="Raleway"/>
                <a:cs typeface="Raleway"/>
                <a:sym typeface="Raleway"/>
              </a:rPr>
              <a:t>AI Deep Dive</a:t>
            </a:r>
            <a:br>
              <a:rPr lang="en-US" b="0">
                <a:latin typeface="Raleway"/>
                <a:ea typeface="Raleway"/>
                <a:cs typeface="Raleway"/>
                <a:sym typeface="Raleway"/>
              </a:rPr>
            </a:br>
            <a:r>
              <a:rPr lang="en-US" sz="2000" b="0">
                <a:latin typeface="Raleway"/>
                <a:ea typeface="Raleway"/>
                <a:cs typeface="Raleway"/>
                <a:sym typeface="Raleway"/>
              </a:rPr>
              <a:t>(20% of the course grade)</a:t>
            </a:r>
            <a:endParaRPr sz="2000" b="0">
              <a:latin typeface="Raleway"/>
              <a:ea typeface="Raleway"/>
              <a:cs typeface="Raleway"/>
              <a:sym typeface="Raleway"/>
            </a:endParaRPr>
          </a:p>
          <a:p>
            <a:pPr marL="0" lvl="0" indent="0" algn="l" rtl="0">
              <a:lnSpc>
                <a:spcPct val="95000"/>
              </a:lnSpc>
              <a:spcBef>
                <a:spcPts val="0"/>
              </a:spcBef>
              <a:spcAft>
                <a:spcPts val="0"/>
              </a:spcAft>
              <a:buClr>
                <a:schemeClr val="dk2"/>
              </a:buClr>
              <a:buSzPts val="2800"/>
              <a:buFont typeface="Raleway"/>
              <a:buNone/>
            </a:pPr>
            <a:endParaRPr b="0">
              <a:latin typeface="Raleway"/>
              <a:ea typeface="Raleway"/>
              <a:cs typeface="Raleway"/>
              <a:sym typeface="Raleway"/>
            </a:endParaRPr>
          </a:p>
        </p:txBody>
      </p:sp>
      <p:sp>
        <p:nvSpPr>
          <p:cNvPr id="205" name="Google Shape;205;p26"/>
          <p:cNvSpPr txBox="1">
            <a:spLocks noGrp="1"/>
          </p:cNvSpPr>
          <p:nvPr>
            <p:ph type="body" idx="1"/>
          </p:nvPr>
        </p:nvSpPr>
        <p:spPr>
          <a:xfrm>
            <a:off x="3807197" y="498825"/>
            <a:ext cx="5006700" cy="6106500"/>
          </a:xfrm>
          <a:prstGeom prst="rect">
            <a:avLst/>
          </a:prstGeom>
          <a:noFill/>
          <a:ln>
            <a:noFill/>
          </a:ln>
        </p:spPr>
        <p:txBody>
          <a:bodyPr spcFirstLastPara="1" wrap="square" lIns="0" tIns="0" rIns="0" bIns="0" anchor="t" anchorCtr="0">
            <a:noAutofit/>
          </a:bodyPr>
          <a:lstStyle/>
          <a:p>
            <a:pPr marL="0" lvl="0" indent="0" algn="l" rtl="0">
              <a:lnSpc>
                <a:spcPct val="107000"/>
              </a:lnSpc>
              <a:spcBef>
                <a:spcPts val="0"/>
              </a:spcBef>
              <a:spcAft>
                <a:spcPts val="0"/>
              </a:spcAft>
              <a:buSzPts val="1800"/>
              <a:buNone/>
            </a:pPr>
            <a:r>
              <a:rPr lang="en-US" sz="1200" i="0" dirty="0">
                <a:solidFill>
                  <a:schemeClr val="dk1"/>
                </a:solidFill>
                <a:latin typeface="Arial"/>
                <a:ea typeface="Arial"/>
                <a:cs typeface="Arial"/>
                <a:sym typeface="Arial"/>
              </a:rPr>
              <a:t>To account for differences in student backgrounds and interests, you may choose one of the following options. Approval requests are due on the day of the Week 2 class, and the finished work is due on the day of the Week 5 class.</a:t>
            </a: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200" i="0" dirty="0">
              <a:solidFill>
                <a:schemeClr val="dk1"/>
              </a:solidFill>
              <a:latin typeface="Arial"/>
              <a:ea typeface="Arial"/>
              <a:cs typeface="Arial"/>
              <a:sym typeface="Arial"/>
            </a:endParaRPr>
          </a:p>
          <a:p>
            <a:pPr indent="-304800">
              <a:lnSpc>
                <a:spcPct val="107000"/>
              </a:lnSpc>
              <a:spcBef>
                <a:spcPts val="0"/>
              </a:spcBef>
              <a:buClr>
                <a:schemeClr val="dk1"/>
              </a:buClr>
              <a:buSzPts val="1200"/>
              <a:buFont typeface="Noto Sans Symbols"/>
              <a:buChar char="▪"/>
            </a:pPr>
            <a:r>
              <a:rPr lang="en-US" sz="1200" i="0" dirty="0">
                <a:solidFill>
                  <a:schemeClr val="dk1"/>
                </a:solidFill>
                <a:latin typeface="Arial"/>
                <a:ea typeface="Arial"/>
                <a:cs typeface="Arial"/>
                <a:sym typeface="Arial"/>
              </a:rPr>
              <a:t>Complete a free online course: the PLI course AI Competence and Law Practice for Law Students, or Anthropic’s AI Fluency videos plus “AI on Campus”;</a:t>
            </a:r>
            <a:endParaRPr sz="1200" i="0" dirty="0">
              <a:solidFill>
                <a:schemeClr val="dk1"/>
              </a:solidFill>
              <a:latin typeface="Arial"/>
              <a:ea typeface="Arial"/>
              <a:cs typeface="Arial"/>
              <a:sym typeface="Arial"/>
            </a:endParaRPr>
          </a:p>
          <a:p>
            <a:pPr marL="457200" lvl="0" indent="-228600" algn="l" rtl="0">
              <a:lnSpc>
                <a:spcPct val="107000"/>
              </a:lnSpc>
              <a:spcBef>
                <a:spcPts val="0"/>
              </a:spcBef>
              <a:spcAft>
                <a:spcPts val="0"/>
              </a:spcAft>
              <a:buClr>
                <a:schemeClr val="dk1"/>
              </a:buClr>
              <a:buSzPts val="1200"/>
              <a:buFont typeface="Noto Sans Symbols"/>
              <a:buNone/>
            </a:pPr>
            <a:endParaRPr sz="1200" i="0" dirty="0">
              <a:solidFill>
                <a:schemeClr val="dk1"/>
              </a:solidFill>
              <a:latin typeface="Arial"/>
              <a:ea typeface="Arial"/>
              <a:cs typeface="Arial"/>
              <a:sym typeface="Arial"/>
            </a:endParaRPr>
          </a:p>
          <a:p>
            <a:pPr marL="457200" lvl="0" indent="-304800" algn="l" rtl="0">
              <a:lnSpc>
                <a:spcPct val="107000"/>
              </a:lnSpc>
              <a:spcBef>
                <a:spcPts val="0"/>
              </a:spcBef>
              <a:spcAft>
                <a:spcPts val="0"/>
              </a:spcAft>
              <a:buClr>
                <a:schemeClr val="dk1"/>
              </a:buClr>
              <a:buSzPts val="1200"/>
              <a:buFont typeface="Noto Sans Symbols"/>
              <a:buChar char="▪"/>
            </a:pPr>
            <a:r>
              <a:rPr lang="en-US" sz="1200" i="0" dirty="0">
                <a:solidFill>
                  <a:schemeClr val="dk1"/>
                </a:solidFill>
                <a:latin typeface="Arial"/>
                <a:ea typeface="Arial"/>
                <a:cs typeface="Arial"/>
                <a:sym typeface="Arial"/>
              </a:rPr>
              <a:t>Read a book related to AI (a suggested list is on Canvas; a book not on the list needs my approval);</a:t>
            </a:r>
            <a:endParaRPr sz="1200" i="0" dirty="0">
              <a:solidFill>
                <a:schemeClr val="dk1"/>
              </a:solidFill>
              <a:latin typeface="Arial"/>
              <a:ea typeface="Arial"/>
              <a:cs typeface="Arial"/>
              <a:sym typeface="Arial"/>
            </a:endParaRPr>
          </a:p>
          <a:p>
            <a:pPr marL="457200" lvl="0" indent="-228600" algn="l" rtl="0">
              <a:lnSpc>
                <a:spcPct val="107000"/>
              </a:lnSpc>
              <a:spcBef>
                <a:spcPts val="0"/>
              </a:spcBef>
              <a:spcAft>
                <a:spcPts val="0"/>
              </a:spcAft>
              <a:buClr>
                <a:schemeClr val="dk1"/>
              </a:buClr>
              <a:buSzPts val="1200"/>
              <a:buFont typeface="Noto Sans Symbols"/>
              <a:buNone/>
            </a:pPr>
            <a:endParaRPr sz="1200" i="0" dirty="0">
              <a:solidFill>
                <a:schemeClr val="dk1"/>
              </a:solidFill>
              <a:latin typeface="Arial"/>
              <a:ea typeface="Arial"/>
              <a:cs typeface="Arial"/>
              <a:sym typeface="Arial"/>
            </a:endParaRPr>
          </a:p>
          <a:p>
            <a:pPr marL="457200" lvl="0" indent="-304800" algn="l" rtl="0">
              <a:lnSpc>
                <a:spcPct val="107000"/>
              </a:lnSpc>
              <a:spcBef>
                <a:spcPts val="0"/>
              </a:spcBef>
              <a:spcAft>
                <a:spcPts val="0"/>
              </a:spcAft>
              <a:buClr>
                <a:schemeClr val="dk1"/>
              </a:buClr>
              <a:buSzPts val="1200"/>
              <a:buFont typeface="Noto Sans Symbols"/>
              <a:buChar char="▪"/>
            </a:pPr>
            <a:r>
              <a:rPr lang="en-US" sz="1200" i="0" dirty="0">
                <a:solidFill>
                  <a:schemeClr val="dk1"/>
                </a:solidFill>
                <a:latin typeface="Arial"/>
                <a:ea typeface="Arial"/>
                <a:cs typeface="Arial"/>
                <a:sym typeface="Arial"/>
              </a:rPr>
              <a:t>Listen to 4 episodes of the podcast </a:t>
            </a:r>
            <a:r>
              <a:rPr lang="en-US" sz="1200" dirty="0">
                <a:solidFill>
                  <a:schemeClr val="dk1"/>
                </a:solidFill>
                <a:latin typeface="Arial"/>
                <a:ea typeface="Arial"/>
                <a:cs typeface="Arial"/>
                <a:sym typeface="Arial"/>
              </a:rPr>
              <a:t>The Last Invention</a:t>
            </a:r>
            <a:r>
              <a:rPr lang="en-US" sz="1200" i="0" dirty="0">
                <a:solidFill>
                  <a:schemeClr val="dk1"/>
                </a:solidFill>
                <a:latin typeface="Arial"/>
                <a:ea typeface="Arial"/>
                <a:cs typeface="Arial"/>
                <a:sym typeface="Arial"/>
              </a:rPr>
              <a:t>; </a:t>
            </a:r>
            <a:endParaRPr sz="1200" i="0" dirty="0">
              <a:solidFill>
                <a:schemeClr val="dk1"/>
              </a:solidFill>
              <a:latin typeface="Arial"/>
              <a:ea typeface="Arial"/>
              <a:cs typeface="Arial"/>
              <a:sym typeface="Arial"/>
            </a:endParaRPr>
          </a:p>
          <a:p>
            <a:pPr marL="457200" lvl="0" indent="-228600" algn="l" rtl="0">
              <a:lnSpc>
                <a:spcPct val="107000"/>
              </a:lnSpc>
              <a:spcBef>
                <a:spcPts val="0"/>
              </a:spcBef>
              <a:spcAft>
                <a:spcPts val="0"/>
              </a:spcAft>
              <a:buClr>
                <a:schemeClr val="dk1"/>
              </a:buClr>
              <a:buSzPts val="1200"/>
              <a:buFont typeface="Noto Sans Symbols"/>
              <a:buNone/>
            </a:pPr>
            <a:endParaRPr sz="1200" i="0" dirty="0">
              <a:solidFill>
                <a:schemeClr val="dk1"/>
              </a:solidFill>
              <a:latin typeface="Arial"/>
              <a:ea typeface="Arial"/>
              <a:cs typeface="Arial"/>
              <a:sym typeface="Arial"/>
            </a:endParaRPr>
          </a:p>
          <a:p>
            <a:pPr marL="457200" lvl="0" indent="-304800" algn="l" rtl="0">
              <a:lnSpc>
                <a:spcPct val="107000"/>
              </a:lnSpc>
              <a:spcBef>
                <a:spcPts val="0"/>
              </a:spcBef>
              <a:spcAft>
                <a:spcPts val="0"/>
              </a:spcAft>
              <a:buClr>
                <a:schemeClr val="dk1"/>
              </a:buClr>
              <a:buSzPts val="1200"/>
              <a:buFont typeface="Noto Sans Symbols"/>
              <a:buChar char="▪"/>
            </a:pPr>
            <a:r>
              <a:rPr lang="en-US" sz="1200" i="0" dirty="0">
                <a:solidFill>
                  <a:schemeClr val="dk1"/>
                </a:solidFill>
                <a:latin typeface="Arial"/>
                <a:ea typeface="Arial"/>
                <a:cs typeface="Arial"/>
                <a:sym typeface="Arial"/>
              </a:rPr>
              <a:t>Write a short paper of 500 to 750 words, with citations, on an issue related to the use of AI in legal research (e.g., hallucinations, agentic research workflows, court disclosure requirements, cognitive offloading). The topic must be approved.</a:t>
            </a: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r>
              <a:rPr lang="en-US" sz="1200" i="0" dirty="0">
                <a:solidFill>
                  <a:schemeClr val="dk1"/>
                </a:solidFill>
                <a:latin typeface="Arial"/>
                <a:ea typeface="Arial"/>
                <a:cs typeface="Arial"/>
                <a:sym typeface="Arial"/>
              </a:rPr>
              <a:t>Once you have completed the selected option, you must write a reflection of 500 to 750 words detailing what you learned, how it may help you in practice, and any personal observations. If you do the short paper, this is your paper. You don’t need a separate reflection.</a:t>
            </a: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r>
              <a:rPr lang="en-US" sz="1200" i="0" dirty="0">
                <a:solidFill>
                  <a:schemeClr val="dk1"/>
                </a:solidFill>
                <a:latin typeface="Arial"/>
                <a:ea typeface="Arial"/>
                <a:cs typeface="Arial"/>
                <a:sym typeface="Arial"/>
              </a:rPr>
              <a:t>The Deep Dive is graded pass/fail. If you receive a “pass” on the first try, you will be awarded 95%, not 100%.  </a:t>
            </a: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r>
              <a:rPr lang="en-US" sz="1200" i="0" dirty="0">
                <a:solidFill>
                  <a:schemeClr val="dk1"/>
                </a:solidFill>
                <a:latin typeface="Arial"/>
                <a:ea typeface="Arial"/>
                <a:cs typeface="Arial"/>
                <a:sym typeface="Arial"/>
              </a:rPr>
              <a:t>If you don’t do a satisfactory job or are late in completing the assignment, you will be given one chance to resubmit. Upon satisfactory resubmission or for satisfactory work on an unexcused late submission, you will be awarded a “passing” grade of 85%.</a:t>
            </a: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4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r>
              <a:rPr lang="en-US" sz="1400" i="0" dirty="0">
                <a:solidFill>
                  <a:schemeClr val="dk1"/>
                </a:solidFill>
                <a:latin typeface="Arial"/>
                <a:ea typeface="Arial"/>
                <a:cs typeface="Arial"/>
                <a:sym typeface="Arial"/>
              </a:rPr>
              <a:t> </a:t>
            </a:r>
            <a:endParaRPr sz="14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4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dirty="0"/>
          </a:p>
          <a:p>
            <a:pPr marL="0" lvl="0" indent="0" algn="l" rtl="0">
              <a:lnSpc>
                <a:spcPct val="120000"/>
              </a:lnSpc>
              <a:spcBef>
                <a:spcPts val="1200"/>
              </a:spcBef>
              <a:spcAft>
                <a:spcPts val="0"/>
              </a:spcAft>
              <a:buClr>
                <a:schemeClr val="accent1"/>
              </a:buClr>
              <a:buSzPts val="1100"/>
              <a:buNone/>
            </a:pPr>
            <a:endParaRPr sz="1100" dirty="0">
              <a:solidFill>
                <a:schemeClr val="dk1"/>
              </a:solidFill>
              <a:latin typeface="Open Sans"/>
              <a:ea typeface="Open Sans"/>
              <a:cs typeface="Open Sans"/>
              <a:sym typeface="Open Sans"/>
            </a:endParaRPr>
          </a:p>
        </p:txBody>
      </p:sp>
      <p:sp>
        <p:nvSpPr>
          <p:cNvPr id="206" name="Google Shape;206;p26"/>
          <p:cNvSpPr txBox="1"/>
          <p:nvPr/>
        </p:nvSpPr>
        <p:spPr>
          <a:xfrm>
            <a:off x="473529" y="6309179"/>
            <a:ext cx="7566600" cy="5487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chemeClr val="lt2"/>
              </a:buClr>
              <a:buSzPts val="800"/>
              <a:buFont typeface="Arial"/>
              <a:buChar char="​"/>
            </a:pPr>
            <a:r>
              <a:rPr lang="en-US" sz="800" b="0" i="0" u="none" strike="noStrike" cap="none">
                <a:solidFill>
                  <a:schemeClr val="lt2"/>
                </a:solidFill>
                <a:latin typeface="Open Sans"/>
                <a:ea typeface="Open Sans"/>
                <a:cs typeface="Open Sans"/>
                <a:sym typeface="Open Sans"/>
              </a:rPr>
              <a:t>AI and Legal Research | [Term] | Professor [name] | Syllabus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7"/>
          <p:cNvSpPr txBox="1">
            <a:spLocks noGrp="1"/>
          </p:cNvSpPr>
          <p:nvPr>
            <p:ph type="title"/>
          </p:nvPr>
        </p:nvSpPr>
        <p:spPr>
          <a:xfrm>
            <a:off x="473529" y="682625"/>
            <a:ext cx="3182100" cy="1227900"/>
          </a:xfrm>
          <a:prstGeom prst="rect">
            <a:avLst/>
          </a:prstGeom>
          <a:noFill/>
          <a:ln>
            <a:noFill/>
          </a:ln>
        </p:spPr>
        <p:txBody>
          <a:bodyPr spcFirstLastPara="1" wrap="square" lIns="0" tIns="0" rIns="0" bIns="0" anchor="t" anchorCtr="0">
            <a:noAutofit/>
          </a:bodyPr>
          <a:lstStyle/>
          <a:p>
            <a:pPr marL="0" lvl="0" indent="0" algn="l" rtl="0">
              <a:lnSpc>
                <a:spcPct val="95000"/>
              </a:lnSpc>
              <a:spcBef>
                <a:spcPts val="0"/>
              </a:spcBef>
              <a:spcAft>
                <a:spcPts val="0"/>
              </a:spcAft>
              <a:buClr>
                <a:schemeClr val="dk2"/>
              </a:buClr>
              <a:buSzPts val="2800"/>
              <a:buFont typeface="Raleway"/>
              <a:buNone/>
            </a:pPr>
            <a:r>
              <a:rPr lang="en-US" b="0">
                <a:latin typeface="Raleway"/>
                <a:ea typeface="Raleway"/>
                <a:cs typeface="Raleway"/>
                <a:sym typeface="Raleway"/>
              </a:rPr>
              <a:t>In-Class Assignments</a:t>
            </a:r>
            <a:br>
              <a:rPr lang="en-US" b="0">
                <a:latin typeface="Raleway"/>
                <a:ea typeface="Raleway"/>
                <a:cs typeface="Raleway"/>
                <a:sym typeface="Raleway"/>
              </a:rPr>
            </a:br>
            <a:r>
              <a:rPr lang="en-US" sz="2000" b="0">
                <a:latin typeface="Raleway"/>
                <a:ea typeface="Raleway"/>
                <a:cs typeface="Raleway"/>
                <a:sym typeface="Raleway"/>
              </a:rPr>
              <a:t>(15% of the course grade)</a:t>
            </a:r>
            <a:br>
              <a:rPr lang="en-US" b="0">
                <a:latin typeface="Raleway"/>
                <a:ea typeface="Raleway"/>
                <a:cs typeface="Raleway"/>
                <a:sym typeface="Raleway"/>
              </a:rPr>
            </a:br>
            <a:endParaRPr b="0">
              <a:latin typeface="Raleway"/>
              <a:ea typeface="Raleway"/>
              <a:cs typeface="Raleway"/>
              <a:sym typeface="Raleway"/>
            </a:endParaRPr>
          </a:p>
          <a:p>
            <a:pPr marL="0" lvl="0" indent="0" algn="l" rtl="0">
              <a:lnSpc>
                <a:spcPct val="95000"/>
              </a:lnSpc>
              <a:spcBef>
                <a:spcPts val="0"/>
              </a:spcBef>
              <a:spcAft>
                <a:spcPts val="0"/>
              </a:spcAft>
              <a:buClr>
                <a:schemeClr val="dk2"/>
              </a:buClr>
              <a:buSzPts val="2800"/>
              <a:buFont typeface="Raleway"/>
              <a:buNone/>
            </a:pPr>
            <a:endParaRPr b="0">
              <a:latin typeface="Raleway"/>
              <a:ea typeface="Raleway"/>
              <a:cs typeface="Raleway"/>
              <a:sym typeface="Raleway"/>
            </a:endParaRPr>
          </a:p>
        </p:txBody>
      </p:sp>
      <p:sp>
        <p:nvSpPr>
          <p:cNvPr id="212" name="Google Shape;212;p27"/>
          <p:cNvSpPr txBox="1">
            <a:spLocks noGrp="1"/>
          </p:cNvSpPr>
          <p:nvPr>
            <p:ph type="body" idx="1"/>
          </p:nvPr>
        </p:nvSpPr>
        <p:spPr>
          <a:xfrm>
            <a:off x="3807197" y="498825"/>
            <a:ext cx="5006700" cy="6106500"/>
          </a:xfrm>
          <a:prstGeom prst="rect">
            <a:avLst/>
          </a:prstGeom>
          <a:noFill/>
          <a:ln>
            <a:noFill/>
          </a:ln>
        </p:spPr>
        <p:txBody>
          <a:bodyPr spcFirstLastPara="1" wrap="square" lIns="0" tIns="0" rIns="0" bIns="0" anchor="t" anchorCtr="0">
            <a:noAutofit/>
          </a:bodyPr>
          <a:lstStyle/>
          <a:p>
            <a:pPr marL="0" lvl="0" indent="0" algn="l" rtl="0">
              <a:lnSpc>
                <a:spcPct val="107000"/>
              </a:lnSpc>
              <a:spcBef>
                <a:spcPts val="0"/>
              </a:spcBef>
              <a:spcAft>
                <a:spcPts val="0"/>
              </a:spcAft>
              <a:buSzPts val="1800"/>
              <a:buNone/>
            </a:pPr>
            <a:r>
              <a:rPr lang="en-US" sz="1400" i="0" dirty="0">
                <a:solidFill>
                  <a:schemeClr val="dk1"/>
                </a:solidFill>
                <a:latin typeface="Arial"/>
                <a:ea typeface="Arial"/>
                <a:cs typeface="Arial"/>
                <a:sym typeface="Arial"/>
              </a:rPr>
              <a:t>This is an experiential class, so you can expect to do a fair amount of hands-on work during the class sessions. Some of this work will be collected and reviewed with feedback; some will not. The Week 7 certification or reflection also counts toward this grade component.</a:t>
            </a:r>
            <a:endParaRPr sz="14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4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r>
              <a:rPr lang="en-US" sz="1400" i="0" dirty="0">
                <a:solidFill>
                  <a:schemeClr val="dk1"/>
                </a:solidFill>
                <a:latin typeface="Arial"/>
                <a:ea typeface="Arial"/>
                <a:cs typeface="Arial"/>
                <a:sym typeface="Arial"/>
              </a:rPr>
              <a:t>If you attend class and participate in good faith, you will likely receive full credit for the in-class work. If I feel that you are not reaching this standard, there is a good chance, but not a guarantee, that you will receive a warning before you receive a reduction in your class participation score.</a:t>
            </a:r>
            <a:endParaRPr sz="14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4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r>
              <a:rPr lang="en-US" sz="1400" i="0" dirty="0">
                <a:solidFill>
                  <a:schemeClr val="dk1"/>
                </a:solidFill>
                <a:latin typeface="Arial"/>
                <a:ea typeface="Arial"/>
                <a:cs typeface="Arial"/>
                <a:sym typeface="Arial"/>
              </a:rPr>
              <a:t>If you miss a class, even if you are excused, you will need to make up the in-class work. </a:t>
            </a:r>
            <a:endParaRPr sz="14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4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r>
              <a:rPr lang="en-US" sz="1400" i="0" dirty="0">
                <a:solidFill>
                  <a:schemeClr val="dk1"/>
                </a:solidFill>
                <a:latin typeface="Arial"/>
                <a:ea typeface="Arial"/>
                <a:cs typeface="Arial"/>
                <a:sym typeface="Arial"/>
              </a:rPr>
              <a:t>You have the option to turn in any in-class assignment at any time up until [time] the following day.</a:t>
            </a:r>
            <a:endParaRPr sz="14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4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r>
              <a:rPr lang="en-US" sz="1400" i="0" dirty="0">
                <a:solidFill>
                  <a:schemeClr val="dk1"/>
                </a:solidFill>
                <a:latin typeface="Arial"/>
                <a:ea typeface="Arial"/>
                <a:cs typeface="Arial"/>
                <a:sym typeface="Arial"/>
              </a:rPr>
              <a:t>In-class assignments are worth 15% of the final grade. If you “pass” this requirement in a satisfactory manner, you will receive a score of 95%, not 100%. It is anticipated that the vast majority, and probably all, students will be able to achieve a passing score. That said, reductions for the in-class assignment grade are at my discretion. </a:t>
            </a:r>
            <a:endParaRPr sz="14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2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r>
              <a:rPr lang="en-US" sz="1400" i="0" dirty="0">
                <a:solidFill>
                  <a:schemeClr val="dk1"/>
                </a:solidFill>
                <a:latin typeface="Arial"/>
                <a:ea typeface="Arial"/>
                <a:cs typeface="Arial"/>
                <a:sym typeface="Arial"/>
              </a:rPr>
              <a:t> </a:t>
            </a:r>
            <a:endParaRPr sz="14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sz="1400" i="0" dirty="0">
              <a:solidFill>
                <a:schemeClr val="dk1"/>
              </a:solidFill>
              <a:latin typeface="Arial"/>
              <a:ea typeface="Arial"/>
              <a:cs typeface="Arial"/>
              <a:sym typeface="Arial"/>
            </a:endParaRPr>
          </a:p>
          <a:p>
            <a:pPr marL="0" lvl="0" indent="0" algn="l" rtl="0">
              <a:lnSpc>
                <a:spcPct val="107000"/>
              </a:lnSpc>
              <a:spcBef>
                <a:spcPts val="0"/>
              </a:spcBef>
              <a:spcAft>
                <a:spcPts val="0"/>
              </a:spcAft>
              <a:buSzPts val="1800"/>
              <a:buNone/>
            </a:pPr>
            <a:endParaRPr dirty="0"/>
          </a:p>
          <a:p>
            <a:pPr marL="0" lvl="0" indent="0" algn="l" rtl="0">
              <a:lnSpc>
                <a:spcPct val="120000"/>
              </a:lnSpc>
              <a:spcBef>
                <a:spcPts val="1200"/>
              </a:spcBef>
              <a:spcAft>
                <a:spcPts val="0"/>
              </a:spcAft>
              <a:buClr>
                <a:schemeClr val="accent1"/>
              </a:buClr>
              <a:buSzPts val="1100"/>
              <a:buNone/>
            </a:pPr>
            <a:endParaRPr sz="1100" dirty="0">
              <a:solidFill>
                <a:schemeClr val="dk1"/>
              </a:solidFill>
              <a:latin typeface="Open Sans"/>
              <a:ea typeface="Open Sans"/>
              <a:cs typeface="Open Sans"/>
              <a:sym typeface="Open Sans"/>
            </a:endParaRPr>
          </a:p>
        </p:txBody>
      </p:sp>
      <p:sp>
        <p:nvSpPr>
          <p:cNvPr id="213" name="Google Shape;213;p27"/>
          <p:cNvSpPr txBox="1"/>
          <p:nvPr/>
        </p:nvSpPr>
        <p:spPr>
          <a:xfrm>
            <a:off x="473529" y="6309179"/>
            <a:ext cx="7566600" cy="5487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chemeClr val="lt2"/>
              </a:buClr>
              <a:buSzPts val="800"/>
              <a:buFont typeface="Arial"/>
              <a:buChar char="​"/>
            </a:pPr>
            <a:r>
              <a:rPr lang="en-US" sz="800" b="0" i="0" u="none" strike="noStrike" cap="none">
                <a:solidFill>
                  <a:schemeClr val="lt2"/>
                </a:solidFill>
                <a:latin typeface="Open Sans"/>
                <a:ea typeface="Open Sans"/>
                <a:cs typeface="Open Sans"/>
                <a:sym typeface="Open Sans"/>
              </a:rPr>
              <a:t>AI and Legal Research | [Term] | Professor [name] | Syllabus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8"/>
          <p:cNvSpPr txBox="1">
            <a:spLocks noGrp="1"/>
          </p:cNvSpPr>
          <p:nvPr>
            <p:ph type="title"/>
          </p:nvPr>
        </p:nvSpPr>
        <p:spPr>
          <a:xfrm>
            <a:off x="473529" y="682625"/>
            <a:ext cx="3062396" cy="1227900"/>
          </a:xfrm>
          <a:prstGeom prst="rect">
            <a:avLst/>
          </a:prstGeom>
          <a:noFill/>
          <a:ln>
            <a:noFill/>
          </a:ln>
        </p:spPr>
        <p:txBody>
          <a:bodyPr spcFirstLastPara="1" wrap="square" lIns="0" tIns="0" rIns="0" bIns="0" anchor="t" anchorCtr="0">
            <a:noAutofit/>
          </a:bodyPr>
          <a:lstStyle/>
          <a:p>
            <a:pPr marL="0" lvl="0" indent="0" algn="l" rtl="0">
              <a:lnSpc>
                <a:spcPct val="95000"/>
              </a:lnSpc>
              <a:spcBef>
                <a:spcPts val="0"/>
              </a:spcBef>
              <a:spcAft>
                <a:spcPts val="0"/>
              </a:spcAft>
              <a:buSzPts val="2800"/>
              <a:buNone/>
            </a:pPr>
            <a:r>
              <a:rPr lang="en-US" b="0">
                <a:latin typeface="Raleway"/>
                <a:ea typeface="Raleway"/>
                <a:cs typeface="Raleway"/>
                <a:sym typeface="Raleway"/>
              </a:rPr>
              <a:t>Deadlines and</a:t>
            </a:r>
            <a:br>
              <a:rPr lang="en-US" b="0">
                <a:latin typeface="Raleway"/>
                <a:ea typeface="Raleway"/>
                <a:cs typeface="Raleway"/>
                <a:sym typeface="Raleway"/>
              </a:rPr>
            </a:br>
            <a:r>
              <a:rPr lang="en-US" b="0">
                <a:latin typeface="Raleway"/>
                <a:ea typeface="Raleway"/>
                <a:cs typeface="Raleway"/>
                <a:sym typeface="Raleway"/>
              </a:rPr>
              <a:t>Late Work</a:t>
            </a:r>
            <a:endParaRPr b="0">
              <a:latin typeface="Raleway"/>
              <a:ea typeface="Raleway"/>
              <a:cs typeface="Raleway"/>
              <a:sym typeface="Raleway"/>
            </a:endParaRPr>
          </a:p>
        </p:txBody>
      </p:sp>
      <p:sp>
        <p:nvSpPr>
          <p:cNvPr id="219" name="Google Shape;219;p28"/>
          <p:cNvSpPr txBox="1">
            <a:spLocks noGrp="1"/>
          </p:cNvSpPr>
          <p:nvPr>
            <p:ph type="body" idx="1"/>
          </p:nvPr>
        </p:nvSpPr>
        <p:spPr>
          <a:xfrm>
            <a:off x="3840010" y="540434"/>
            <a:ext cx="5006700" cy="5492700"/>
          </a:xfrm>
          <a:prstGeom prst="rect">
            <a:avLst/>
          </a:prstGeom>
          <a:noFill/>
          <a:ln>
            <a:noFill/>
          </a:ln>
        </p:spPr>
        <p:txBody>
          <a:bodyPr spcFirstLastPara="1" wrap="square" lIns="0" tIns="0" rIns="0" bIns="0" anchor="t" anchorCtr="0">
            <a:noAutofit/>
          </a:bodyPr>
          <a:lstStyle/>
          <a:p>
            <a:pPr marL="0" marR="25400" lvl="3" indent="0" algn="l" rtl="0">
              <a:lnSpc>
                <a:spcPct val="115000"/>
              </a:lnSpc>
              <a:spcBef>
                <a:spcPts val="0"/>
              </a:spcBef>
              <a:spcAft>
                <a:spcPts val="0"/>
              </a:spcAft>
              <a:buClr>
                <a:srgbClr val="3598DB"/>
              </a:buClr>
              <a:buSzPts val="900"/>
              <a:buNone/>
            </a:pPr>
            <a:r>
              <a:rPr lang="en-US" sz="1200" dirty="0">
                <a:solidFill>
                  <a:schemeClr val="dk1"/>
                </a:solidFill>
                <a:latin typeface="Arial"/>
                <a:ea typeface="Arial"/>
                <a:cs typeface="Arial"/>
                <a:sym typeface="Arial"/>
              </a:rPr>
              <a:t>Unless an assignment says otherwise, work is due by [time] on its due date. One exception is in-class work, which you may turn in until [time] the following day. The Weekly AI Updates are due at [time] the night before class, to give me a chance to review them.</a:t>
            </a:r>
            <a:endParaRPr sz="1200" dirty="0">
              <a:solidFill>
                <a:schemeClr val="dk1"/>
              </a:solidFill>
              <a:latin typeface="Arial"/>
              <a:ea typeface="Arial"/>
              <a:cs typeface="Arial"/>
              <a:sym typeface="Arial"/>
            </a:endParaRPr>
          </a:p>
          <a:p>
            <a:pPr marL="0" marR="25400" lvl="3" indent="0" algn="l" rtl="0">
              <a:lnSpc>
                <a:spcPct val="115000"/>
              </a:lnSpc>
              <a:spcBef>
                <a:spcPts val="0"/>
              </a:spcBef>
              <a:spcAft>
                <a:spcPts val="0"/>
              </a:spcAft>
              <a:buClr>
                <a:srgbClr val="3598DB"/>
              </a:buClr>
              <a:buSzPts val="900"/>
              <a:buNone/>
            </a:pPr>
            <a:endParaRPr sz="1000" dirty="0">
              <a:solidFill>
                <a:schemeClr val="dk1"/>
              </a:solidFill>
              <a:latin typeface="Arial"/>
              <a:ea typeface="Arial"/>
              <a:cs typeface="Arial"/>
              <a:sym typeface="Arial"/>
            </a:endParaRPr>
          </a:p>
          <a:p>
            <a:pPr marL="0" marR="25400" lvl="3" indent="0" algn="l" rtl="0">
              <a:lnSpc>
                <a:spcPct val="115000"/>
              </a:lnSpc>
              <a:spcBef>
                <a:spcPts val="0"/>
              </a:spcBef>
              <a:spcAft>
                <a:spcPts val="0"/>
              </a:spcAft>
              <a:buClr>
                <a:srgbClr val="3598DB"/>
              </a:buClr>
              <a:buSzPts val="900"/>
              <a:buNone/>
            </a:pPr>
            <a:r>
              <a:rPr lang="en-US" sz="1300" b="1" dirty="0">
                <a:solidFill>
                  <a:srgbClr val="0070C0"/>
                </a:solidFill>
                <a:latin typeface="Raleway"/>
                <a:sym typeface="Arial"/>
              </a:rPr>
              <a:t>Final Capstone Project</a:t>
            </a:r>
            <a:endParaRPr sz="1300" b="1" dirty="0">
              <a:solidFill>
                <a:srgbClr val="0070C0"/>
              </a:solidFill>
              <a:latin typeface="Raleway"/>
            </a:endParaRPr>
          </a:p>
          <a:p>
            <a:pPr marL="0" marR="25400" lvl="3" indent="0" algn="l" rtl="0">
              <a:lnSpc>
                <a:spcPct val="115000"/>
              </a:lnSpc>
              <a:spcBef>
                <a:spcPts val="0"/>
              </a:spcBef>
              <a:spcAft>
                <a:spcPts val="0"/>
              </a:spcAft>
              <a:buClr>
                <a:srgbClr val="3598DB"/>
              </a:buClr>
              <a:buSzPts val="900"/>
              <a:buNone/>
            </a:pPr>
            <a:r>
              <a:rPr lang="en-US" sz="1200" dirty="0">
                <a:solidFill>
                  <a:schemeClr val="dk1"/>
                </a:solidFill>
                <a:latin typeface="Arial"/>
                <a:ea typeface="Arial"/>
                <a:cs typeface="Arial"/>
                <a:sym typeface="Arial"/>
              </a:rPr>
              <a:t>Due on the last day of classes, at [time]. Up to 24 hours late: 10% penalty. 24 to 48 hours late: 20% penalty. I will not accept unexcused late work after 48 hours. You do not need an extension to submit within that window.</a:t>
            </a:r>
            <a:endParaRPr sz="1200" dirty="0">
              <a:solidFill>
                <a:schemeClr val="dk1"/>
              </a:solidFill>
              <a:latin typeface="Arial"/>
              <a:ea typeface="Arial"/>
              <a:cs typeface="Arial"/>
              <a:sym typeface="Arial"/>
            </a:endParaRPr>
          </a:p>
          <a:p>
            <a:pPr marL="0" marR="25400" lvl="3" indent="0" algn="l" rtl="0">
              <a:lnSpc>
                <a:spcPct val="115000"/>
              </a:lnSpc>
              <a:spcBef>
                <a:spcPts val="0"/>
              </a:spcBef>
              <a:spcAft>
                <a:spcPts val="0"/>
              </a:spcAft>
              <a:buClr>
                <a:srgbClr val="3598DB"/>
              </a:buClr>
              <a:buSzPts val="900"/>
              <a:buNone/>
            </a:pPr>
            <a:endParaRPr sz="1000" dirty="0">
              <a:solidFill>
                <a:schemeClr val="dk1"/>
              </a:solidFill>
              <a:latin typeface="Arial"/>
              <a:ea typeface="Arial"/>
              <a:cs typeface="Arial"/>
              <a:sym typeface="Arial"/>
            </a:endParaRPr>
          </a:p>
          <a:p>
            <a:pPr marL="0" marR="25400" lvl="3" indent="0" algn="l" rtl="0">
              <a:lnSpc>
                <a:spcPct val="115000"/>
              </a:lnSpc>
              <a:spcBef>
                <a:spcPts val="0"/>
              </a:spcBef>
              <a:spcAft>
                <a:spcPts val="0"/>
              </a:spcAft>
              <a:buClr>
                <a:srgbClr val="3598DB"/>
              </a:buClr>
              <a:buSzPts val="900"/>
              <a:buNone/>
            </a:pPr>
            <a:r>
              <a:rPr lang="en-US" sz="1300" b="1" dirty="0">
                <a:solidFill>
                  <a:srgbClr val="0070C0"/>
                </a:solidFill>
                <a:latin typeface="Raleway"/>
              </a:rPr>
              <a:t>Weekly AI Updates</a:t>
            </a:r>
            <a:endParaRPr sz="1300" b="1" dirty="0">
              <a:solidFill>
                <a:srgbClr val="0070C0"/>
              </a:solidFill>
              <a:latin typeface="Raleway"/>
            </a:endParaRPr>
          </a:p>
          <a:p>
            <a:pPr marL="0" marR="25400" lvl="3" indent="0" algn="l" rtl="0">
              <a:lnSpc>
                <a:spcPct val="115000"/>
              </a:lnSpc>
              <a:spcBef>
                <a:spcPts val="0"/>
              </a:spcBef>
              <a:spcAft>
                <a:spcPts val="0"/>
              </a:spcAft>
              <a:buClr>
                <a:srgbClr val="3598DB"/>
              </a:buClr>
              <a:buSzPts val="900"/>
              <a:buNone/>
            </a:pPr>
            <a:r>
              <a:rPr lang="en-US" sz="1200" dirty="0">
                <a:solidFill>
                  <a:schemeClr val="dk1"/>
                </a:solidFill>
                <a:latin typeface="Arial"/>
                <a:ea typeface="Arial"/>
                <a:cs typeface="Arial"/>
                <a:sym typeface="Arial"/>
              </a:rPr>
              <a:t>Post by [time] on the Sunday before class. A late item is recorded at 85% instead of 95%. Only four of the five opportunities are required, so missing one week entirely costs you nothing.</a:t>
            </a:r>
            <a:endParaRPr sz="1200" dirty="0">
              <a:solidFill>
                <a:schemeClr val="dk1"/>
              </a:solidFill>
              <a:latin typeface="Arial"/>
              <a:ea typeface="Arial"/>
              <a:cs typeface="Arial"/>
              <a:sym typeface="Arial"/>
            </a:endParaRPr>
          </a:p>
          <a:p>
            <a:pPr marL="0" marR="25400" lvl="3" indent="0" algn="l" rtl="0">
              <a:lnSpc>
                <a:spcPct val="115000"/>
              </a:lnSpc>
              <a:spcBef>
                <a:spcPts val="0"/>
              </a:spcBef>
              <a:spcAft>
                <a:spcPts val="0"/>
              </a:spcAft>
              <a:buClr>
                <a:srgbClr val="3598DB"/>
              </a:buClr>
              <a:buSzPts val="900"/>
              <a:buNone/>
            </a:pPr>
            <a:endParaRPr sz="1000" dirty="0">
              <a:solidFill>
                <a:schemeClr val="dk1"/>
              </a:solidFill>
              <a:latin typeface="Arial"/>
              <a:ea typeface="Arial"/>
              <a:cs typeface="Arial"/>
              <a:sym typeface="Arial"/>
            </a:endParaRPr>
          </a:p>
          <a:p>
            <a:pPr marL="0" marR="25400" lvl="3" indent="0">
              <a:lnSpc>
                <a:spcPct val="115000"/>
              </a:lnSpc>
              <a:spcBef>
                <a:spcPts val="0"/>
              </a:spcBef>
              <a:buClr>
                <a:srgbClr val="3598DB"/>
              </a:buClr>
              <a:buSzPts val="900"/>
              <a:buNone/>
            </a:pPr>
            <a:r>
              <a:rPr lang="en-US" sz="1300" b="1" dirty="0">
                <a:solidFill>
                  <a:srgbClr val="0070C0"/>
                </a:solidFill>
                <a:latin typeface="Raleway"/>
              </a:rPr>
              <a:t>AI Deep Dive</a:t>
            </a:r>
            <a:endParaRPr sz="1300" b="1" dirty="0">
              <a:solidFill>
                <a:srgbClr val="0070C0"/>
              </a:solidFill>
              <a:latin typeface="Raleway"/>
            </a:endParaRPr>
          </a:p>
          <a:p>
            <a:pPr marL="0" marR="25400" lvl="3" indent="0" algn="l" rtl="0">
              <a:lnSpc>
                <a:spcPct val="115000"/>
              </a:lnSpc>
              <a:spcBef>
                <a:spcPts val="0"/>
              </a:spcBef>
              <a:spcAft>
                <a:spcPts val="0"/>
              </a:spcAft>
              <a:buClr>
                <a:srgbClr val="3598DB"/>
              </a:buClr>
              <a:buSzPts val="900"/>
              <a:buNone/>
            </a:pPr>
            <a:r>
              <a:rPr lang="en-US" sz="1200" dirty="0">
                <a:solidFill>
                  <a:schemeClr val="dk1"/>
                </a:solidFill>
                <a:latin typeface="Arial"/>
                <a:ea typeface="Arial"/>
                <a:cs typeface="Arial"/>
                <a:sym typeface="Arial"/>
              </a:rPr>
              <a:t>Unsatisfactory or late work earns one chance to resubmit. A satisfactory resubmission, or satisfactory but unexcused late work, is recorded at 85% instead of 95%.</a:t>
            </a:r>
            <a:endParaRPr sz="1200" dirty="0">
              <a:solidFill>
                <a:schemeClr val="dk1"/>
              </a:solidFill>
              <a:latin typeface="Arial"/>
              <a:ea typeface="Arial"/>
              <a:cs typeface="Arial"/>
              <a:sym typeface="Arial"/>
            </a:endParaRPr>
          </a:p>
          <a:p>
            <a:pPr marL="0" marR="25400" lvl="3" indent="0" algn="l" rtl="0">
              <a:lnSpc>
                <a:spcPct val="115000"/>
              </a:lnSpc>
              <a:spcBef>
                <a:spcPts val="0"/>
              </a:spcBef>
              <a:spcAft>
                <a:spcPts val="0"/>
              </a:spcAft>
              <a:buClr>
                <a:srgbClr val="3598DB"/>
              </a:buClr>
              <a:buSzPts val="900"/>
              <a:buNone/>
            </a:pPr>
            <a:endParaRPr sz="1000" dirty="0">
              <a:solidFill>
                <a:schemeClr val="dk1"/>
              </a:solidFill>
              <a:latin typeface="Arial"/>
              <a:ea typeface="Arial"/>
              <a:cs typeface="Arial"/>
              <a:sym typeface="Arial"/>
            </a:endParaRPr>
          </a:p>
          <a:p>
            <a:pPr marL="0" marR="25400" lvl="3" indent="0">
              <a:lnSpc>
                <a:spcPct val="115000"/>
              </a:lnSpc>
              <a:spcBef>
                <a:spcPts val="0"/>
              </a:spcBef>
              <a:buClr>
                <a:srgbClr val="3598DB"/>
              </a:buClr>
              <a:buSzPts val="900"/>
              <a:buNone/>
            </a:pPr>
            <a:r>
              <a:rPr lang="en-US" sz="1300" b="1" dirty="0">
                <a:solidFill>
                  <a:srgbClr val="0070C0"/>
                </a:solidFill>
                <a:latin typeface="Raleway"/>
              </a:rPr>
              <a:t>In-Class Assignments</a:t>
            </a:r>
            <a:endParaRPr sz="1300" b="1" dirty="0">
              <a:solidFill>
                <a:srgbClr val="0070C0"/>
              </a:solidFill>
              <a:latin typeface="Raleway"/>
            </a:endParaRPr>
          </a:p>
          <a:p>
            <a:pPr marL="0" marR="25400" lvl="3" indent="0">
              <a:lnSpc>
                <a:spcPct val="115000"/>
              </a:lnSpc>
              <a:spcBef>
                <a:spcPts val="0"/>
              </a:spcBef>
              <a:buClr>
                <a:srgbClr val="3598DB"/>
              </a:buClr>
              <a:buSzPts val="900"/>
              <a:buNone/>
            </a:pPr>
            <a:r>
              <a:rPr lang="en-US" sz="1200" dirty="0">
                <a:solidFill>
                  <a:schemeClr val="dk1"/>
                </a:solidFill>
                <a:latin typeface="Arial"/>
                <a:ea typeface="Arial"/>
                <a:cs typeface="Arial"/>
                <a:sym typeface="Arial"/>
              </a:rPr>
              <a:t>You may turn in any in-class assignment up until [time] the following day. If you miss a class, you still need to make up the in-class work. In that case, we will work out a deadline. The Week 7 certification or reflection is due on the last day of classes.</a:t>
            </a:r>
            <a:endParaRPr sz="1200" dirty="0">
              <a:solidFill>
                <a:schemeClr val="dk1"/>
              </a:solidFill>
              <a:latin typeface="Arial"/>
              <a:ea typeface="Arial"/>
              <a:cs typeface="Arial"/>
              <a:sym typeface="Arial"/>
            </a:endParaRPr>
          </a:p>
          <a:p>
            <a:pPr marL="0" marR="25400" lvl="3" indent="0" algn="l" rtl="0">
              <a:lnSpc>
                <a:spcPct val="115000"/>
              </a:lnSpc>
              <a:spcBef>
                <a:spcPts val="0"/>
              </a:spcBef>
              <a:spcAft>
                <a:spcPts val="0"/>
              </a:spcAft>
              <a:buClr>
                <a:srgbClr val="3598DB"/>
              </a:buClr>
              <a:buSzPts val="900"/>
              <a:buNone/>
            </a:pPr>
            <a:endParaRPr sz="1000" dirty="0">
              <a:solidFill>
                <a:schemeClr val="dk1"/>
              </a:solidFill>
              <a:latin typeface="Arial"/>
              <a:ea typeface="Arial"/>
              <a:cs typeface="Arial"/>
              <a:sym typeface="Arial"/>
            </a:endParaRPr>
          </a:p>
          <a:p>
            <a:pPr marL="0" marR="25400" lvl="3" indent="0" algn="l" rtl="0">
              <a:lnSpc>
                <a:spcPct val="115000"/>
              </a:lnSpc>
              <a:spcBef>
                <a:spcPts val="0"/>
              </a:spcBef>
              <a:spcAft>
                <a:spcPts val="0"/>
              </a:spcAft>
              <a:buClr>
                <a:srgbClr val="3598DB"/>
              </a:buClr>
              <a:buSzPts val="900"/>
              <a:buNone/>
            </a:pPr>
            <a:r>
              <a:rPr lang="en-US" sz="1200" dirty="0">
                <a:solidFill>
                  <a:schemeClr val="dk1"/>
                </a:solidFill>
                <a:latin typeface="Arial"/>
                <a:ea typeface="Arial"/>
                <a:cs typeface="Arial"/>
                <a:sym typeface="Arial"/>
              </a:rPr>
              <a:t>Extensions are granted at my discretion. If you can, ask before the due date.</a:t>
            </a:r>
            <a:endParaRPr sz="1200" dirty="0">
              <a:solidFill>
                <a:schemeClr val="dk1"/>
              </a:solidFill>
              <a:latin typeface="Arial"/>
              <a:ea typeface="Arial"/>
              <a:cs typeface="Arial"/>
              <a:sym typeface="Arial"/>
            </a:endParaRPr>
          </a:p>
        </p:txBody>
      </p:sp>
      <p:sp>
        <p:nvSpPr>
          <p:cNvPr id="220" name="Google Shape;220;p28"/>
          <p:cNvSpPr txBox="1"/>
          <p:nvPr/>
        </p:nvSpPr>
        <p:spPr>
          <a:xfrm>
            <a:off x="473529" y="6309179"/>
            <a:ext cx="7566600" cy="5487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chemeClr val="lt2"/>
              </a:buClr>
              <a:buSzPts val="800"/>
              <a:buFont typeface="Arial"/>
              <a:buChar char="​"/>
            </a:pPr>
            <a:r>
              <a:rPr lang="en-US" sz="800" b="0" i="0" u="none" strike="noStrike" cap="none">
                <a:solidFill>
                  <a:schemeClr val="lt2"/>
                </a:solidFill>
                <a:latin typeface="Open Sans"/>
                <a:ea typeface="Open Sans"/>
                <a:cs typeface="Open Sans"/>
                <a:sym typeface="Open Sans"/>
              </a:rPr>
              <a:t>AI and Legal Research | [Term] | Professor [name] | Syllabus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1E44"/>
        </a:solidFill>
        <a:effectLst/>
      </p:bgPr>
    </p:bg>
    <p:spTree>
      <p:nvGrpSpPr>
        <p:cNvPr id="1" name="Shape 224"/>
        <p:cNvGrpSpPr/>
        <p:nvPr/>
      </p:nvGrpSpPr>
      <p:grpSpPr>
        <a:xfrm>
          <a:off x="0" y="0"/>
          <a:ext cx="0" cy="0"/>
          <a:chOff x="0" y="0"/>
          <a:chExt cx="0" cy="0"/>
        </a:xfrm>
      </p:grpSpPr>
      <p:sp>
        <p:nvSpPr>
          <p:cNvPr id="225" name="Google Shape;225;p29"/>
          <p:cNvSpPr txBox="1">
            <a:spLocks noGrp="1"/>
          </p:cNvSpPr>
          <p:nvPr>
            <p:ph type="title"/>
          </p:nvPr>
        </p:nvSpPr>
        <p:spPr>
          <a:xfrm>
            <a:off x="861821" y="3002687"/>
            <a:ext cx="3197529" cy="847924"/>
          </a:xfrm>
          <a:prstGeom prst="rect">
            <a:avLst/>
          </a:prstGeom>
          <a:noFill/>
          <a:ln>
            <a:noFill/>
          </a:ln>
        </p:spPr>
        <p:txBody>
          <a:bodyPr spcFirstLastPara="1" wrap="square" lIns="0" tIns="0" rIns="0" bIns="0" anchor="t" anchorCtr="0">
            <a:spAutoFit/>
          </a:bodyPr>
          <a:lstStyle/>
          <a:p>
            <a:pPr marL="0" lvl="0" indent="0" algn="l" rtl="0">
              <a:lnSpc>
                <a:spcPct val="95000"/>
              </a:lnSpc>
              <a:spcBef>
                <a:spcPts val="0"/>
              </a:spcBef>
              <a:spcAft>
                <a:spcPts val="0"/>
              </a:spcAft>
              <a:buClr>
                <a:schemeClr val="dk1"/>
              </a:buClr>
              <a:buSzPts val="5800"/>
              <a:buFont typeface="Raleway"/>
              <a:buNone/>
            </a:pPr>
            <a:r>
              <a:rPr lang="en-US" b="0">
                <a:solidFill>
                  <a:srgbClr val="FFFFFF"/>
                </a:solidFill>
                <a:latin typeface="Raleway"/>
                <a:ea typeface="Raleway"/>
                <a:cs typeface="Raleway"/>
                <a:sym typeface="Raleway"/>
              </a:rPr>
              <a:t>Logistics</a:t>
            </a:r>
            <a:endParaRPr/>
          </a:p>
        </p:txBody>
      </p:sp>
      <p:pic>
        <p:nvPicPr>
          <p:cNvPr id="2" name="Picture 1">
            <a:extLst>
              <a:ext uri="{FF2B5EF4-FFF2-40B4-BE49-F238E27FC236}">
                <a16:creationId xmlns:a16="http://schemas.microsoft.com/office/drawing/2014/main" id="{CCBA424F-8DE1-792B-5340-FA0839AA59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097014" y="1859425"/>
            <a:ext cx="3166493" cy="313914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0"/>
          <p:cNvSpPr txBox="1">
            <a:spLocks noGrp="1"/>
          </p:cNvSpPr>
          <p:nvPr>
            <p:ph type="title"/>
          </p:nvPr>
        </p:nvSpPr>
        <p:spPr>
          <a:xfrm>
            <a:off x="473529" y="682625"/>
            <a:ext cx="3052354" cy="1228028"/>
          </a:xfrm>
          <a:prstGeom prst="rect">
            <a:avLst/>
          </a:prstGeom>
          <a:noFill/>
          <a:ln>
            <a:noFill/>
          </a:ln>
        </p:spPr>
        <p:txBody>
          <a:bodyPr spcFirstLastPara="1" wrap="square" lIns="0" tIns="0" rIns="0" bIns="0" anchor="t" anchorCtr="0">
            <a:noAutofit/>
          </a:bodyPr>
          <a:lstStyle/>
          <a:p>
            <a:pPr marL="0" lvl="0" indent="0" algn="l" rtl="0">
              <a:lnSpc>
                <a:spcPct val="95000"/>
              </a:lnSpc>
              <a:spcBef>
                <a:spcPts val="0"/>
              </a:spcBef>
              <a:spcAft>
                <a:spcPts val="0"/>
              </a:spcAft>
              <a:buSzPts val="2800"/>
              <a:buNone/>
            </a:pPr>
            <a:r>
              <a:rPr lang="en-US" b="0">
                <a:latin typeface="Raleway"/>
                <a:ea typeface="Raleway"/>
                <a:cs typeface="Raleway"/>
                <a:sym typeface="Raleway"/>
              </a:rPr>
              <a:t>Where We Meet</a:t>
            </a:r>
            <a:br>
              <a:rPr lang="en-US" b="0">
                <a:latin typeface="Raleway"/>
                <a:ea typeface="Raleway"/>
                <a:cs typeface="Raleway"/>
                <a:sym typeface="Raleway"/>
              </a:rPr>
            </a:br>
            <a:r>
              <a:rPr lang="en-US" b="0">
                <a:latin typeface="Raleway"/>
                <a:ea typeface="Raleway"/>
                <a:cs typeface="Raleway"/>
                <a:sym typeface="Raleway"/>
              </a:rPr>
              <a:t>and Recordings</a:t>
            </a:r>
            <a:endParaRPr b="0">
              <a:latin typeface="Raleway"/>
              <a:ea typeface="Raleway"/>
              <a:cs typeface="Raleway"/>
              <a:sym typeface="Raleway"/>
            </a:endParaRPr>
          </a:p>
        </p:txBody>
      </p:sp>
      <p:sp>
        <p:nvSpPr>
          <p:cNvPr id="232" name="Google Shape;232;p30"/>
          <p:cNvSpPr txBox="1">
            <a:spLocks noGrp="1"/>
          </p:cNvSpPr>
          <p:nvPr>
            <p:ph type="body" idx="1"/>
          </p:nvPr>
        </p:nvSpPr>
        <p:spPr>
          <a:xfrm>
            <a:off x="3807197" y="512824"/>
            <a:ext cx="5006700" cy="5623500"/>
          </a:xfrm>
          <a:prstGeom prst="rect">
            <a:avLst/>
          </a:prstGeom>
          <a:noFill/>
          <a:ln>
            <a:noFill/>
          </a:ln>
        </p:spPr>
        <p:txBody>
          <a:bodyPr spcFirstLastPara="1" wrap="square" lIns="0" tIns="0" rIns="0" bIns="0" anchor="t" anchorCtr="0">
            <a:noAutofit/>
          </a:bodyPr>
          <a:lstStyle/>
          <a:p>
            <a:pPr marL="0" lvl="3" indent="0" algn="l" rtl="0">
              <a:lnSpc>
                <a:spcPct val="113999"/>
              </a:lnSpc>
              <a:spcBef>
                <a:spcPts val="0"/>
              </a:spcBef>
              <a:spcAft>
                <a:spcPts val="0"/>
              </a:spcAft>
              <a:buClr>
                <a:srgbClr val="3598DB"/>
              </a:buClr>
              <a:buSzPts val="1100"/>
              <a:buNone/>
            </a:pPr>
            <a:r>
              <a:rPr lang="en-US" sz="2000" dirty="0">
                <a:solidFill>
                  <a:srgbClr val="3598DB"/>
                </a:solidFill>
                <a:latin typeface="Raleway"/>
                <a:ea typeface="Raleway"/>
                <a:cs typeface="Raleway"/>
                <a:sym typeface="Raleway"/>
              </a:rPr>
              <a:t>	</a:t>
            </a:r>
            <a:endParaRPr sz="2000" dirty="0">
              <a:solidFill>
                <a:srgbClr val="3598DB"/>
              </a:solidFill>
              <a:latin typeface="Raleway"/>
              <a:ea typeface="Raleway"/>
              <a:cs typeface="Raleway"/>
              <a:sym typeface="Raleway"/>
            </a:endParaRPr>
          </a:p>
          <a:p>
            <a:pPr marL="0" lvl="3" indent="0" algn="l" rtl="0">
              <a:lnSpc>
                <a:spcPct val="113999"/>
              </a:lnSpc>
              <a:spcBef>
                <a:spcPts val="0"/>
              </a:spcBef>
              <a:spcAft>
                <a:spcPts val="0"/>
              </a:spcAft>
              <a:buClr>
                <a:srgbClr val="3598DB"/>
              </a:buClr>
              <a:buSzPts val="1100"/>
              <a:buNone/>
            </a:pPr>
            <a:r>
              <a:rPr lang="en-US" sz="2000" dirty="0">
                <a:solidFill>
                  <a:srgbClr val="3598DB"/>
                </a:solidFill>
                <a:latin typeface="Raleway"/>
                <a:ea typeface="Raleway"/>
                <a:cs typeface="Raleway"/>
                <a:sym typeface="Raleway"/>
              </a:rPr>
              <a:t>	Location and Attendance</a:t>
            </a:r>
            <a:endParaRPr sz="2000" dirty="0">
              <a:solidFill>
                <a:srgbClr val="3598DB"/>
              </a:solidFill>
              <a:latin typeface="Raleway"/>
              <a:ea typeface="Raleway"/>
              <a:cs typeface="Raleway"/>
              <a:sym typeface="Raleway"/>
            </a:endParaRPr>
          </a:p>
          <a:p>
            <a:pPr marL="0" lvl="3" indent="0" algn="l">
              <a:lnSpc>
                <a:spcPct val="113999"/>
              </a:lnSpc>
              <a:spcBef>
                <a:spcPts val="0"/>
              </a:spcBef>
              <a:spcAft>
                <a:spcPts val="0"/>
              </a:spcAft>
              <a:buSzPts val="1100"/>
              <a:buNone/>
            </a:pPr>
            <a:endParaRPr lang="en-US" sz="2000" dirty="0">
              <a:solidFill>
                <a:srgbClr val="3598DB"/>
              </a:solidFill>
              <a:latin typeface="Raleway"/>
            </a:endParaRPr>
          </a:p>
          <a:p>
            <a:pPr marL="0" marR="25400" lvl="3" indent="0">
              <a:lnSpc>
                <a:spcPct val="115000"/>
              </a:lnSpc>
              <a:spcBef>
                <a:spcPts val="0"/>
              </a:spcBef>
              <a:buClr>
                <a:srgbClr val="3598DB"/>
              </a:buClr>
              <a:buSzPts val="900"/>
              <a:buNone/>
            </a:pPr>
            <a:endParaRPr lang="en-US" sz="700" dirty="0">
              <a:solidFill>
                <a:schemeClr val="dk1"/>
              </a:solidFill>
            </a:endParaRPr>
          </a:p>
          <a:p>
            <a:pPr marL="0" marR="25400" lvl="3" indent="0">
              <a:lnSpc>
                <a:spcPct val="115000"/>
              </a:lnSpc>
              <a:spcBef>
                <a:spcPts val="0"/>
              </a:spcBef>
              <a:buClr>
                <a:srgbClr val="3598DB"/>
              </a:buClr>
              <a:buSzPts val="900"/>
              <a:buNone/>
            </a:pPr>
            <a:r>
              <a:rPr lang="en-US" sz="1200" dirty="0">
                <a:solidFill>
                  <a:schemeClr val="dk1"/>
                </a:solidFill>
                <a:latin typeface="Arial"/>
                <a:ea typeface="Arial"/>
                <a:cs typeface="Arial"/>
                <a:sym typeface="Arial"/>
              </a:rPr>
              <a:t>This class meets in person in [room] and via Zoom at [second location, if any]. Both locations meet at the same time, [day] from [time] to [time].</a:t>
            </a:r>
            <a:endParaRPr sz="1200" dirty="0">
              <a:solidFill>
                <a:schemeClr val="dk1"/>
              </a:solidFill>
              <a:latin typeface="Arial"/>
              <a:ea typeface="Arial"/>
              <a:cs typeface="Arial"/>
              <a:sym typeface="Arial"/>
            </a:endParaRPr>
          </a:p>
          <a:p>
            <a:pPr marL="0" marR="25400" lvl="3" indent="0" algn="l" rtl="0">
              <a:lnSpc>
                <a:spcPct val="115000"/>
              </a:lnSpc>
              <a:spcBef>
                <a:spcPts val="0"/>
              </a:spcBef>
              <a:spcAft>
                <a:spcPts val="0"/>
              </a:spcAft>
              <a:buClr>
                <a:srgbClr val="3598DB"/>
              </a:buClr>
              <a:buSzPts val="900"/>
              <a:buNone/>
            </a:pPr>
            <a:endParaRPr sz="700" dirty="0">
              <a:solidFill>
                <a:schemeClr val="dk1"/>
              </a:solidFill>
              <a:latin typeface="Arial"/>
              <a:ea typeface="Arial"/>
              <a:cs typeface="Arial"/>
              <a:sym typeface="Arial"/>
            </a:endParaRPr>
          </a:p>
          <a:p>
            <a:pPr marL="0" marR="25400" lvl="3" indent="0" algn="l" rtl="0">
              <a:lnSpc>
                <a:spcPct val="115000"/>
              </a:lnSpc>
              <a:spcBef>
                <a:spcPts val="0"/>
              </a:spcBef>
              <a:spcAft>
                <a:spcPts val="0"/>
              </a:spcAft>
              <a:buClr>
                <a:srgbClr val="3598DB"/>
              </a:buClr>
              <a:buSzPts val="900"/>
              <a:buNone/>
            </a:pPr>
            <a:r>
              <a:rPr lang="en-US" sz="1200" dirty="0">
                <a:solidFill>
                  <a:schemeClr val="dk1"/>
                </a:solidFill>
                <a:latin typeface="Arial"/>
                <a:ea typeface="Arial"/>
                <a:cs typeface="Arial"/>
                <a:sym typeface="Arial"/>
              </a:rPr>
              <a:t>Attendance is taken the same way at both locations, using </a:t>
            </a:r>
            <a:r>
              <a:rPr lang="en-US" sz="1200" dirty="0" err="1">
                <a:solidFill>
                  <a:schemeClr val="dk1"/>
                </a:solidFill>
                <a:latin typeface="Arial"/>
                <a:ea typeface="Arial"/>
                <a:cs typeface="Arial"/>
                <a:sym typeface="Arial"/>
              </a:rPr>
              <a:t>TopHat</a:t>
            </a:r>
            <a:r>
              <a:rPr lang="en-US" sz="1200" dirty="0">
                <a:solidFill>
                  <a:schemeClr val="dk1"/>
                </a:solidFill>
                <a:latin typeface="Arial"/>
                <a:ea typeface="Arial"/>
                <a:cs typeface="Arial"/>
                <a:sym typeface="Arial"/>
              </a:rPr>
              <a:t>. Please make sure you can log in to </a:t>
            </a:r>
            <a:r>
              <a:rPr lang="en-US" sz="1200" dirty="0" err="1">
                <a:solidFill>
                  <a:schemeClr val="dk1"/>
                </a:solidFill>
                <a:latin typeface="Arial"/>
                <a:ea typeface="Arial"/>
                <a:cs typeface="Arial"/>
                <a:sym typeface="Arial"/>
              </a:rPr>
              <a:t>TopHat</a:t>
            </a:r>
            <a:r>
              <a:rPr lang="en-US" sz="1200" dirty="0">
                <a:solidFill>
                  <a:schemeClr val="dk1"/>
                </a:solidFill>
                <a:latin typeface="Arial"/>
                <a:ea typeface="Arial"/>
                <a:cs typeface="Arial"/>
                <a:sym typeface="Arial"/>
              </a:rPr>
              <a:t> before the first class session.</a:t>
            </a:r>
            <a:endParaRPr sz="1200" dirty="0">
              <a:solidFill>
                <a:schemeClr val="dk1"/>
              </a:solidFill>
              <a:latin typeface="Arial"/>
              <a:ea typeface="Arial"/>
              <a:cs typeface="Arial"/>
              <a:sym typeface="Arial"/>
            </a:endParaRPr>
          </a:p>
          <a:p>
            <a:pPr marL="0" marR="25400" lvl="3" indent="0" algn="l" rtl="0">
              <a:lnSpc>
                <a:spcPct val="115000"/>
              </a:lnSpc>
              <a:spcBef>
                <a:spcPts val="0"/>
              </a:spcBef>
              <a:spcAft>
                <a:spcPts val="0"/>
              </a:spcAft>
              <a:buClr>
                <a:srgbClr val="3598DB"/>
              </a:buClr>
              <a:buSzPts val="900"/>
              <a:buNone/>
            </a:pPr>
            <a:endParaRPr sz="700" dirty="0">
              <a:solidFill>
                <a:schemeClr val="dk1"/>
              </a:solidFill>
              <a:latin typeface="Arial"/>
              <a:ea typeface="Arial"/>
              <a:cs typeface="Arial"/>
              <a:sym typeface="Arial"/>
            </a:endParaRPr>
          </a:p>
          <a:p>
            <a:pPr marL="0" marR="25400" lvl="3" indent="0" algn="l" rtl="0">
              <a:lnSpc>
                <a:spcPct val="115000"/>
              </a:lnSpc>
              <a:spcBef>
                <a:spcPts val="0"/>
              </a:spcBef>
              <a:spcAft>
                <a:spcPts val="0"/>
              </a:spcAft>
              <a:buClr>
                <a:srgbClr val="3598DB"/>
              </a:buClr>
              <a:buSzPts val="900"/>
              <a:buNone/>
            </a:pPr>
            <a:r>
              <a:rPr lang="en-US" sz="1200" dirty="0">
                <a:solidFill>
                  <a:schemeClr val="dk1"/>
                </a:solidFill>
                <a:latin typeface="Arial"/>
                <a:ea typeface="Arial"/>
                <a:cs typeface="Arial"/>
                <a:sym typeface="Arial"/>
              </a:rPr>
              <a:t>Week 7 is an asynchronous module with no class session. Completing the certification or the reflection counts as your attendance for that week.</a:t>
            </a:r>
            <a:endParaRPr sz="1200" dirty="0">
              <a:solidFill>
                <a:schemeClr val="dk1"/>
              </a:solidFill>
              <a:latin typeface="Arial"/>
              <a:ea typeface="Arial"/>
              <a:cs typeface="Arial"/>
              <a:sym typeface="Arial"/>
            </a:endParaRPr>
          </a:p>
          <a:p>
            <a:pPr marL="0" marR="25400" lvl="3" indent="0" algn="l" rtl="0">
              <a:lnSpc>
                <a:spcPct val="115000"/>
              </a:lnSpc>
              <a:spcBef>
                <a:spcPts val="0"/>
              </a:spcBef>
              <a:spcAft>
                <a:spcPts val="0"/>
              </a:spcAft>
              <a:buClr>
                <a:srgbClr val="3598DB"/>
              </a:buClr>
              <a:buSzPts val="900"/>
              <a:buNone/>
            </a:pPr>
            <a:endParaRPr sz="1000" dirty="0">
              <a:solidFill>
                <a:schemeClr val="dk1"/>
              </a:solidFill>
              <a:latin typeface="Arial"/>
              <a:ea typeface="Arial"/>
              <a:cs typeface="Arial"/>
              <a:sym typeface="Arial"/>
            </a:endParaRPr>
          </a:p>
          <a:p>
            <a:pPr marL="0" marR="25400" lvl="3" indent="0" algn="l" rtl="0">
              <a:lnSpc>
                <a:spcPct val="115000"/>
              </a:lnSpc>
              <a:spcBef>
                <a:spcPts val="0"/>
              </a:spcBef>
              <a:spcAft>
                <a:spcPts val="0"/>
              </a:spcAft>
              <a:buClr>
                <a:srgbClr val="3598DB"/>
              </a:buClr>
              <a:buSzPts val="900"/>
              <a:buNone/>
            </a:pPr>
            <a:endParaRPr sz="1000" dirty="0">
              <a:solidFill>
                <a:schemeClr val="dk1"/>
              </a:solidFill>
              <a:latin typeface="Arial"/>
              <a:ea typeface="Arial"/>
              <a:cs typeface="Arial"/>
              <a:sym typeface="Arial"/>
            </a:endParaRPr>
          </a:p>
          <a:p>
            <a:pPr marL="0" lvl="3" indent="0" algn="l" rtl="0">
              <a:lnSpc>
                <a:spcPct val="113999"/>
              </a:lnSpc>
              <a:spcBef>
                <a:spcPts val="0"/>
              </a:spcBef>
              <a:spcAft>
                <a:spcPts val="0"/>
              </a:spcAft>
              <a:buClr>
                <a:srgbClr val="3598DB"/>
              </a:buClr>
              <a:buSzPts val="1100"/>
              <a:buNone/>
            </a:pPr>
            <a:r>
              <a:rPr lang="en-US" sz="2000" dirty="0">
                <a:solidFill>
                  <a:srgbClr val="3598DB"/>
                </a:solidFill>
                <a:latin typeface="Raleway"/>
                <a:ea typeface="Raleway"/>
                <a:cs typeface="Raleway"/>
                <a:sym typeface="Raleway"/>
              </a:rPr>
              <a:t>	Class Recordings</a:t>
            </a:r>
            <a:endParaRPr sz="2000" dirty="0">
              <a:solidFill>
                <a:srgbClr val="3598DB"/>
              </a:solidFill>
              <a:latin typeface="Raleway"/>
              <a:ea typeface="Raleway"/>
              <a:cs typeface="Raleway"/>
              <a:sym typeface="Raleway"/>
            </a:endParaRPr>
          </a:p>
          <a:p>
            <a:pPr marL="0" marR="25400" lvl="3" indent="0" algn="l" rtl="0">
              <a:lnSpc>
                <a:spcPct val="115000"/>
              </a:lnSpc>
              <a:spcBef>
                <a:spcPts val="0"/>
              </a:spcBef>
              <a:spcAft>
                <a:spcPts val="0"/>
              </a:spcAft>
              <a:buClr>
                <a:srgbClr val="3598DB"/>
              </a:buClr>
              <a:buSzPts val="900"/>
              <a:buNone/>
            </a:pPr>
            <a:endParaRPr sz="700" dirty="0">
              <a:solidFill>
                <a:schemeClr val="dk1"/>
              </a:solidFill>
              <a:latin typeface="Arial"/>
              <a:ea typeface="Arial"/>
              <a:cs typeface="Arial"/>
              <a:sym typeface="Arial"/>
            </a:endParaRPr>
          </a:p>
          <a:p>
            <a:pPr marL="0" marR="25400" lvl="3" indent="0">
              <a:lnSpc>
                <a:spcPct val="115000"/>
              </a:lnSpc>
              <a:spcBef>
                <a:spcPts val="0"/>
              </a:spcBef>
              <a:buClr>
                <a:srgbClr val="3598DB"/>
              </a:buClr>
              <a:buSzPts val="900"/>
              <a:buNone/>
            </a:pPr>
            <a:endParaRPr lang="en-US" sz="1200" dirty="0">
              <a:solidFill>
                <a:schemeClr val="dk1"/>
              </a:solidFill>
            </a:endParaRPr>
          </a:p>
          <a:p>
            <a:pPr marL="0" marR="25400" lvl="3" indent="0">
              <a:lnSpc>
                <a:spcPct val="114999"/>
              </a:lnSpc>
              <a:spcBef>
                <a:spcPts val="0"/>
              </a:spcBef>
              <a:buSzPts val="900"/>
              <a:buNone/>
            </a:pPr>
            <a:r>
              <a:rPr lang="en-US" sz="1200" dirty="0">
                <a:solidFill>
                  <a:schemeClr val="dk1"/>
                </a:solidFill>
                <a:latin typeface="Arial"/>
                <a:ea typeface="Arial"/>
                <a:cs typeface="Arial"/>
                <a:sym typeface="Arial"/>
              </a:rPr>
              <a:t>This class will be recorded, and the recordings will be available to you under the Class Recordings module in Canvas.</a:t>
            </a:r>
            <a:r>
              <a:rPr lang="en-US" sz="1200" dirty="0">
                <a:solidFill>
                  <a:schemeClr val="dk1"/>
                </a:solidFill>
              </a:rPr>
              <a:t> However, given the hands-on, minimal lecture nature of the course, the recordings may not be very helpful.</a:t>
            </a:r>
            <a:endParaRPr sz="1200" dirty="0">
              <a:solidFill>
                <a:schemeClr val="dk1"/>
              </a:solidFill>
              <a:latin typeface="Arial"/>
              <a:ea typeface="Arial"/>
              <a:cs typeface="Arial"/>
            </a:endParaRPr>
          </a:p>
          <a:p>
            <a:pPr marL="0" marR="25400" lvl="3" indent="0" algn="l" rtl="0">
              <a:lnSpc>
                <a:spcPct val="115000"/>
              </a:lnSpc>
              <a:spcBef>
                <a:spcPts val="0"/>
              </a:spcBef>
              <a:spcAft>
                <a:spcPts val="0"/>
              </a:spcAft>
              <a:buClr>
                <a:srgbClr val="3598DB"/>
              </a:buClr>
              <a:buSzPts val="900"/>
              <a:buNone/>
            </a:pPr>
            <a:endParaRPr sz="700" dirty="0">
              <a:solidFill>
                <a:schemeClr val="dk1"/>
              </a:solidFill>
              <a:latin typeface="Arial"/>
              <a:ea typeface="Arial"/>
              <a:cs typeface="Arial"/>
              <a:sym typeface="Arial"/>
            </a:endParaRPr>
          </a:p>
          <a:p>
            <a:pPr marL="0" marR="25400" lvl="3" indent="0">
              <a:lnSpc>
                <a:spcPct val="115000"/>
              </a:lnSpc>
              <a:spcBef>
                <a:spcPts val="0"/>
              </a:spcBef>
              <a:buClr>
                <a:srgbClr val="3598DB"/>
              </a:buClr>
              <a:buSzPts val="900"/>
              <a:buNone/>
            </a:pPr>
            <a:r>
              <a:rPr lang="en-US" sz="1200" dirty="0">
                <a:solidFill>
                  <a:schemeClr val="dk1"/>
                </a:solidFill>
                <a:latin typeface="Arial"/>
                <a:ea typeface="Arial"/>
                <a:cs typeface="Arial"/>
                <a:sym typeface="Arial"/>
              </a:rPr>
              <a:t>Please be aware that these recordings are not edited, so the microphone may pick up what you are saying before or after class. If you have a question before or after class that you don’t want others to hear, please let me </a:t>
            </a:r>
            <a:r>
              <a:rPr lang="en-US" sz="1200" dirty="0">
                <a:solidFill>
                  <a:schemeClr val="dk1"/>
                </a:solidFill>
              </a:rPr>
              <a:t>know. We</a:t>
            </a:r>
            <a:r>
              <a:rPr lang="en-US" sz="1200" dirty="0">
                <a:solidFill>
                  <a:schemeClr val="dk1"/>
                </a:solidFill>
                <a:latin typeface="Arial"/>
                <a:ea typeface="Arial"/>
                <a:cs typeface="Arial"/>
                <a:sym typeface="Arial"/>
              </a:rPr>
              <a:t> can step outside the classroom.</a:t>
            </a:r>
            <a:endParaRPr sz="1200" dirty="0">
              <a:solidFill>
                <a:schemeClr val="dk1"/>
              </a:solidFill>
              <a:latin typeface="Arial"/>
              <a:ea typeface="Arial"/>
              <a:cs typeface="Arial"/>
              <a:sym typeface="Arial"/>
            </a:endParaRPr>
          </a:p>
        </p:txBody>
      </p:sp>
      <p:sp>
        <p:nvSpPr>
          <p:cNvPr id="233" name="Google Shape;233;p30"/>
          <p:cNvSpPr txBox="1"/>
          <p:nvPr/>
        </p:nvSpPr>
        <p:spPr>
          <a:xfrm>
            <a:off x="473529" y="6309179"/>
            <a:ext cx="7566520" cy="54882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chemeClr val="lt2"/>
              </a:buClr>
              <a:buSzPts val="800"/>
              <a:buFont typeface="Arial"/>
              <a:buChar char="​"/>
            </a:pPr>
            <a:r>
              <a:rPr lang="en-US" sz="800" b="0" i="0" u="none" strike="noStrike" cap="none">
                <a:solidFill>
                  <a:schemeClr val="lt2"/>
                </a:solidFill>
                <a:latin typeface="Open Sans"/>
                <a:ea typeface="Open Sans"/>
                <a:cs typeface="Open Sans"/>
                <a:sym typeface="Open Sans"/>
              </a:rPr>
              <a:t>AI and Legal Research | [Term] | Professor [name] | Syllabus</a:t>
            </a:r>
            <a:endParaRPr sz="1400" b="0" i="0" u="none" strike="noStrike" cap="none">
              <a:solidFill>
                <a:srgbClr val="000000"/>
              </a:solidFill>
              <a:latin typeface="Arial"/>
              <a:ea typeface="Arial"/>
              <a:cs typeface="Arial"/>
              <a:sym typeface="Arial"/>
            </a:endParaRPr>
          </a:p>
        </p:txBody>
      </p:sp>
      <p:sp>
        <p:nvSpPr>
          <p:cNvPr id="235" name="Google Shape;235;p30" descr="Monitor with solid fill"/>
          <p:cNvSpPr/>
          <p:nvPr/>
        </p:nvSpPr>
        <p:spPr>
          <a:xfrm>
            <a:off x="3982376" y="3300000"/>
            <a:ext cx="548821" cy="548821"/>
          </a:xfrm>
          <a:prstGeom prst="rect">
            <a:avLst/>
          </a:prstGeom>
          <a:noFill/>
          <a:ln>
            <a:noFill/>
          </a:ln>
        </p:spPr>
        <p:txBody>
          <a:bodyPr/>
          <a:lstStyle/>
          <a:p>
            <a:endParaRPr lang="en-US"/>
          </a:p>
        </p:txBody>
      </p:sp>
      <p:pic>
        <p:nvPicPr>
          <p:cNvPr id="2" name="Picture 1">
            <a:extLst>
              <a:ext uri="{FF2B5EF4-FFF2-40B4-BE49-F238E27FC236}">
                <a16:creationId xmlns:a16="http://schemas.microsoft.com/office/drawing/2014/main" id="{EF52BCF8-3DA8-65BD-A1AD-FABB5A76D137}"/>
              </a:ext>
            </a:extLst>
          </p:cNvPr>
          <p:cNvPicPr>
            <a:picLocks noChangeAspect="1"/>
          </p:cNvPicPr>
          <p:nvPr/>
        </p:nvPicPr>
        <p:blipFill>
          <a:blip r:embed="rId3"/>
          <a:stretch>
            <a:fillRect/>
          </a:stretch>
        </p:blipFill>
        <p:spPr>
          <a:xfrm>
            <a:off x="3811823" y="683612"/>
            <a:ext cx="760177" cy="732833"/>
          </a:xfrm>
          <a:prstGeom prst="rect">
            <a:avLst/>
          </a:prstGeom>
        </p:spPr>
      </p:pic>
      <p:pic>
        <p:nvPicPr>
          <p:cNvPr id="3" name="Graphic 2">
            <a:extLst>
              <a:ext uri="{FF2B5EF4-FFF2-40B4-BE49-F238E27FC236}">
                <a16:creationId xmlns:a16="http://schemas.microsoft.com/office/drawing/2014/main" id="{9FCD1504-AF2F-C684-7812-582A3CC799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10729" y="3438843"/>
            <a:ext cx="827992" cy="83346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1"/>
          <p:cNvSpPr txBox="1">
            <a:spLocks noGrp="1"/>
          </p:cNvSpPr>
          <p:nvPr>
            <p:ph type="title"/>
          </p:nvPr>
        </p:nvSpPr>
        <p:spPr>
          <a:xfrm>
            <a:off x="473529" y="682625"/>
            <a:ext cx="3203875" cy="1228028"/>
          </a:xfrm>
          <a:prstGeom prst="rect">
            <a:avLst/>
          </a:prstGeom>
          <a:noFill/>
          <a:ln>
            <a:noFill/>
          </a:ln>
        </p:spPr>
        <p:txBody>
          <a:bodyPr spcFirstLastPara="1" wrap="square" lIns="0" tIns="0" rIns="0" bIns="0" anchor="t" anchorCtr="0">
            <a:noAutofit/>
          </a:bodyPr>
          <a:lstStyle/>
          <a:p>
            <a:pPr marL="0" lvl="0" indent="0" algn="l" rtl="0">
              <a:lnSpc>
                <a:spcPct val="95000"/>
              </a:lnSpc>
              <a:spcBef>
                <a:spcPts val="0"/>
              </a:spcBef>
              <a:spcAft>
                <a:spcPts val="0"/>
              </a:spcAft>
              <a:buClr>
                <a:schemeClr val="dk1"/>
              </a:buClr>
              <a:buSzPts val="2800"/>
              <a:buFont typeface="Raleway"/>
              <a:buNone/>
            </a:pPr>
            <a:r>
              <a:rPr lang="en-US" b="0">
                <a:latin typeface="Raleway"/>
                <a:ea typeface="Raleway"/>
                <a:cs typeface="Raleway"/>
                <a:sym typeface="Raleway"/>
              </a:rPr>
              <a:t>Attendance and </a:t>
            </a:r>
            <a:br>
              <a:rPr lang="en-US" b="0">
                <a:latin typeface="Raleway"/>
                <a:ea typeface="Raleway"/>
                <a:cs typeface="Raleway"/>
                <a:sym typeface="Raleway"/>
              </a:rPr>
            </a:br>
            <a:r>
              <a:rPr lang="en-US" b="0">
                <a:latin typeface="Raleway"/>
                <a:ea typeface="Raleway"/>
                <a:cs typeface="Raleway"/>
                <a:sym typeface="Raleway"/>
              </a:rPr>
              <a:t>Extensions</a:t>
            </a:r>
            <a:br>
              <a:rPr lang="en-US" b="0">
                <a:latin typeface="Raleway"/>
                <a:ea typeface="Raleway"/>
                <a:cs typeface="Raleway"/>
                <a:sym typeface="Raleway"/>
              </a:rPr>
            </a:br>
            <a:br>
              <a:rPr lang="en-US" b="0">
                <a:latin typeface="Raleway"/>
                <a:ea typeface="Raleway"/>
                <a:cs typeface="Raleway"/>
                <a:sym typeface="Raleway"/>
              </a:rPr>
            </a:br>
            <a:endParaRPr b="0">
              <a:latin typeface="Raleway"/>
              <a:ea typeface="Raleway"/>
              <a:cs typeface="Raleway"/>
              <a:sym typeface="Raleway"/>
            </a:endParaRPr>
          </a:p>
        </p:txBody>
      </p:sp>
      <p:sp>
        <p:nvSpPr>
          <p:cNvPr id="241" name="Google Shape;241;p31"/>
          <p:cNvSpPr txBox="1"/>
          <p:nvPr/>
        </p:nvSpPr>
        <p:spPr>
          <a:xfrm>
            <a:off x="473529" y="6309179"/>
            <a:ext cx="7566520" cy="54882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chemeClr val="lt2"/>
              </a:buClr>
              <a:buSzPts val="800"/>
              <a:buFont typeface="Arial"/>
              <a:buChar char="​"/>
            </a:pPr>
            <a:r>
              <a:rPr lang="en-US" sz="800" b="0" i="0" u="none" strike="noStrike" cap="none">
                <a:solidFill>
                  <a:schemeClr val="lt2"/>
                </a:solidFill>
                <a:latin typeface="Open Sans"/>
                <a:ea typeface="Open Sans"/>
                <a:cs typeface="Open Sans"/>
                <a:sym typeface="Open Sans"/>
              </a:rPr>
              <a:t>AI and Legal Research | [Term] | Professor [name] | Syllabus</a:t>
            </a:r>
            <a:endParaRPr sz="1400" b="0" i="0" u="none" strike="noStrike" cap="none">
              <a:solidFill>
                <a:srgbClr val="000000"/>
              </a:solidFill>
              <a:latin typeface="Arial"/>
              <a:ea typeface="Arial"/>
              <a:cs typeface="Arial"/>
              <a:sym typeface="Arial"/>
            </a:endParaRPr>
          </a:p>
        </p:txBody>
      </p:sp>
      <p:sp>
        <p:nvSpPr>
          <p:cNvPr id="242" name="Google Shape;242;p31"/>
          <p:cNvSpPr txBox="1"/>
          <p:nvPr/>
        </p:nvSpPr>
        <p:spPr>
          <a:xfrm>
            <a:off x="3805645" y="507857"/>
            <a:ext cx="5105203" cy="53552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3598DB"/>
                </a:solidFill>
                <a:latin typeface="Raleway"/>
                <a:ea typeface="Raleway"/>
                <a:cs typeface="Raleway"/>
                <a:sym typeface="Raleway"/>
              </a:rPr>
              <a:t>             	</a:t>
            </a:r>
            <a:r>
              <a:rPr lang="en-US" sz="2800" b="0" i="0" u="none" strike="noStrike" cap="none" dirty="0">
                <a:solidFill>
                  <a:srgbClr val="3598DB"/>
                </a:solidFill>
                <a:latin typeface="Raleway"/>
                <a:ea typeface="Raleway"/>
                <a:cs typeface="Raleway"/>
                <a:sym typeface="Raleway"/>
              </a:rPr>
              <a:t>Attendance</a:t>
            </a:r>
            <a:endParaRPr sz="2800" b="0" i="0" u="none" strike="noStrike" cap="none" dirty="0">
              <a:solidFill>
                <a:srgbClr val="000000"/>
              </a:solidFill>
              <a:latin typeface="Raleway"/>
              <a:ea typeface="Raleway"/>
              <a:cs typeface="Raleway"/>
              <a:sym typeface="Raleway"/>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Arial"/>
                <a:ea typeface="Arial"/>
                <a:cs typeface="Arial"/>
                <a:sym typeface="Arial"/>
              </a:rPr>
              <a:t>At my discretion, any unapproved absence may result in a half-step grade reduction. For example, an unapproved absence can result in dropping your grade to a B+ if you otherwise would have received an A- in the class. You will not pass the course if you have more than one unexcused absence.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Arial"/>
                <a:ea typeface="Arial"/>
                <a:cs typeface="Arial"/>
                <a:sym typeface="Arial"/>
              </a:rPr>
              <a:t>Communication is key. In case of an emergency or other situation that might prevent you from attending class, please let me know in advance. If prior notice is not possible, after-the-fact notice may be used.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Open Sans"/>
                <a:ea typeface="Open Sans"/>
                <a:cs typeface="Open Sans"/>
                <a:sym typeface="Open Sans"/>
              </a:rPr>
              <a:t>	</a:t>
            </a:r>
            <a:r>
              <a:rPr lang="en-US" sz="2800" b="0" i="0" u="none" strike="noStrike" cap="none" dirty="0">
                <a:solidFill>
                  <a:srgbClr val="3598DB"/>
                </a:solidFill>
                <a:latin typeface="Raleway"/>
                <a:ea typeface="Raleway"/>
                <a:cs typeface="Raleway"/>
                <a:sym typeface="Raleway"/>
              </a:rPr>
              <a:t>Extensions</a:t>
            </a:r>
            <a:endParaRPr sz="2800" b="0" i="0" u="none" strike="noStrike" cap="none" dirty="0">
              <a:solidFill>
                <a:srgbClr val="000000"/>
              </a:solidFill>
              <a:latin typeface="Raleway"/>
              <a:ea typeface="Raleway"/>
              <a:cs typeface="Raleway"/>
              <a:sym typeface="Raleway"/>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Arial"/>
                <a:ea typeface="Arial"/>
                <a:cs typeface="Arial"/>
                <a:sym typeface="Arial"/>
              </a:rPr>
              <a:t>Extensions will be granted at my discretion. If you find yourself in an emergency, contact me. If possible, request an extension before the assignment's due date.</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Arial"/>
              <a:ea typeface="Arial"/>
              <a:cs typeface="Arial"/>
              <a:sym typeface="Arial"/>
            </a:endParaRPr>
          </a:p>
        </p:txBody>
      </p:sp>
      <p:pic>
        <p:nvPicPr>
          <p:cNvPr id="244" name="Google Shape;244;p31"/>
          <p:cNvPicPr preferRelativeResize="0"/>
          <p:nvPr/>
        </p:nvPicPr>
        <p:blipFill rotWithShape="1">
          <a:blip r:embed="rId3">
            <a:alphaModFix/>
          </a:blip>
          <a:srcRect/>
          <a:stretch/>
        </p:blipFill>
        <p:spPr>
          <a:xfrm>
            <a:off x="3977743" y="507857"/>
            <a:ext cx="548821" cy="548821"/>
          </a:xfrm>
          <a:prstGeom prst="rect">
            <a:avLst/>
          </a:prstGeom>
          <a:noFill/>
          <a:ln>
            <a:noFill/>
          </a:ln>
        </p:spPr>
      </p:pic>
      <p:pic>
        <p:nvPicPr>
          <p:cNvPr id="245" name="Google Shape;245;p31"/>
          <p:cNvPicPr preferRelativeResize="0"/>
          <p:nvPr/>
        </p:nvPicPr>
        <p:blipFill rotWithShape="1">
          <a:blip r:embed="rId4">
            <a:alphaModFix/>
          </a:blip>
          <a:srcRect/>
          <a:stretch/>
        </p:blipFill>
        <p:spPr>
          <a:xfrm>
            <a:off x="4023360" y="4150864"/>
            <a:ext cx="548640" cy="54864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2"/>
          <p:cNvSpPr txBox="1">
            <a:spLocks noGrp="1"/>
          </p:cNvSpPr>
          <p:nvPr>
            <p:ph type="title"/>
          </p:nvPr>
        </p:nvSpPr>
        <p:spPr>
          <a:xfrm>
            <a:off x="473529" y="682625"/>
            <a:ext cx="3182052" cy="1228028"/>
          </a:xfrm>
          <a:prstGeom prst="rect">
            <a:avLst/>
          </a:prstGeom>
          <a:noFill/>
          <a:ln>
            <a:noFill/>
          </a:ln>
        </p:spPr>
        <p:txBody>
          <a:bodyPr spcFirstLastPara="1" wrap="square" lIns="0" tIns="0" rIns="0" bIns="0" anchor="t" anchorCtr="0">
            <a:noAutofit/>
          </a:bodyPr>
          <a:lstStyle/>
          <a:p>
            <a:pPr marL="0" lvl="0" indent="0" algn="l" rtl="0">
              <a:lnSpc>
                <a:spcPct val="95000"/>
              </a:lnSpc>
              <a:spcBef>
                <a:spcPts val="0"/>
              </a:spcBef>
              <a:spcAft>
                <a:spcPts val="0"/>
              </a:spcAft>
              <a:buClr>
                <a:schemeClr val="dk2"/>
              </a:buClr>
              <a:buSzPts val="2800"/>
              <a:buFont typeface="Raleway"/>
              <a:buNone/>
            </a:pPr>
            <a:r>
              <a:rPr lang="en-US" b="0">
                <a:latin typeface="Raleway"/>
                <a:ea typeface="Raleway"/>
                <a:cs typeface="Raleway"/>
                <a:sym typeface="Raleway"/>
              </a:rPr>
              <a:t>Your Instructor</a:t>
            </a:r>
            <a:br>
              <a:rPr lang="en-US" b="0">
                <a:latin typeface="Raleway"/>
                <a:ea typeface="Raleway"/>
                <a:cs typeface="Raleway"/>
                <a:sym typeface="Raleway"/>
              </a:rPr>
            </a:br>
            <a:br>
              <a:rPr lang="en-US" sz="1400" b="0">
                <a:latin typeface="Raleway"/>
                <a:ea typeface="Raleway"/>
                <a:cs typeface="Raleway"/>
                <a:sym typeface="Raleway"/>
              </a:rPr>
            </a:br>
            <a:endParaRPr sz="1400" b="0">
              <a:latin typeface="Open Sans"/>
              <a:ea typeface="Open Sans"/>
              <a:cs typeface="Open Sans"/>
              <a:sym typeface="Open Sans"/>
            </a:endParaRPr>
          </a:p>
        </p:txBody>
      </p:sp>
      <p:sp>
        <p:nvSpPr>
          <p:cNvPr id="251" name="Google Shape;251;p32"/>
          <p:cNvSpPr txBox="1">
            <a:spLocks noGrp="1"/>
          </p:cNvSpPr>
          <p:nvPr>
            <p:ph type="body" idx="1"/>
          </p:nvPr>
        </p:nvSpPr>
        <p:spPr>
          <a:xfrm>
            <a:off x="3807197" y="675005"/>
            <a:ext cx="5006700" cy="5492750"/>
          </a:xfrm>
          <a:prstGeom prst="rect">
            <a:avLst/>
          </a:prstGeom>
          <a:noFill/>
          <a:ln>
            <a:noFill/>
          </a:ln>
        </p:spPr>
        <p:txBody>
          <a:bodyPr spcFirstLastPara="1" wrap="square" lIns="0" tIns="0" rIns="0" bIns="0" anchor="t" anchorCtr="0">
            <a:noAutofit/>
          </a:bodyPr>
          <a:lstStyle/>
          <a:p>
            <a:pPr marL="0" lvl="3" indent="-69850" algn="l" rtl="0">
              <a:lnSpc>
                <a:spcPct val="113999"/>
              </a:lnSpc>
              <a:spcBef>
                <a:spcPts val="0"/>
              </a:spcBef>
              <a:spcAft>
                <a:spcPts val="0"/>
              </a:spcAft>
              <a:buClr>
                <a:srgbClr val="3598DB"/>
              </a:buClr>
              <a:buSzPts val="1100"/>
              <a:buChar char="​"/>
            </a:pPr>
            <a:r>
              <a:rPr lang="en-US" dirty="0">
                <a:solidFill>
                  <a:srgbClr val="3598DB"/>
                </a:solidFill>
                <a:latin typeface="Raleway"/>
                <a:ea typeface="Raleway"/>
                <a:cs typeface="Raleway"/>
                <a:sym typeface="Raleway"/>
              </a:rPr>
              <a:t>                    </a:t>
            </a:r>
            <a:r>
              <a:rPr lang="en-US" sz="2000" dirty="0">
                <a:solidFill>
                  <a:srgbClr val="3598DB"/>
                </a:solidFill>
                <a:latin typeface="Raleway"/>
                <a:ea typeface="Raleway"/>
                <a:cs typeface="Raleway"/>
                <a:sym typeface="Raleway"/>
              </a:rPr>
              <a:t>About Your Instructor</a:t>
            </a:r>
            <a:endParaRPr sz="2000" b="0" dirty="0">
              <a:solidFill>
                <a:srgbClr val="3598DB"/>
              </a:solidFill>
              <a:latin typeface="Raleway"/>
              <a:ea typeface="Raleway"/>
              <a:cs typeface="Raleway"/>
              <a:sym typeface="Raleway"/>
            </a:endParaRPr>
          </a:p>
          <a:p>
            <a:pPr marL="0" lvl="3" indent="0" algn="l" rtl="0">
              <a:lnSpc>
                <a:spcPct val="107000"/>
              </a:lnSpc>
              <a:spcBef>
                <a:spcPts val="1200"/>
              </a:spcBef>
              <a:spcAft>
                <a:spcPts val="0"/>
              </a:spcAft>
              <a:buClr>
                <a:srgbClr val="2D3B45"/>
              </a:buClr>
              <a:buSzPts val="1100"/>
              <a:buNone/>
            </a:pPr>
            <a:r>
              <a:rPr lang="en-US" sz="1400" dirty="0">
                <a:solidFill>
                  <a:srgbClr val="2D3B45"/>
                </a:solidFill>
                <a:latin typeface="Arial"/>
                <a:ea typeface="Arial"/>
                <a:cs typeface="Arial"/>
                <a:sym typeface="Arial"/>
              </a:rPr>
              <a:t>[Add a short description of your background and experience.]</a:t>
            </a:r>
            <a:endParaRPr sz="1400" dirty="0">
              <a:latin typeface="Arial"/>
              <a:ea typeface="Arial"/>
              <a:cs typeface="Arial"/>
            </a:endParaRPr>
          </a:p>
          <a:p>
            <a:pPr marL="0" lvl="3" indent="0" algn="l" rtl="0">
              <a:lnSpc>
                <a:spcPct val="113999"/>
              </a:lnSpc>
              <a:spcBef>
                <a:spcPts val="1200"/>
              </a:spcBef>
              <a:spcAft>
                <a:spcPts val="0"/>
              </a:spcAft>
              <a:buClr>
                <a:schemeClr val="dk2"/>
              </a:buClr>
              <a:buSzPts val="1100"/>
              <a:buFont typeface="Arial"/>
              <a:buNone/>
            </a:pPr>
            <a:endParaRPr dirty="0">
              <a:solidFill>
                <a:srgbClr val="2D3B45"/>
              </a:solidFill>
              <a:latin typeface="Open Sans"/>
              <a:ea typeface="Open Sans"/>
              <a:cs typeface="Open Sans"/>
              <a:sym typeface="Open Sans"/>
            </a:endParaRPr>
          </a:p>
          <a:p>
            <a:pPr marL="0" lvl="0" indent="-95250" algn="l" rtl="0">
              <a:lnSpc>
                <a:spcPct val="120000"/>
              </a:lnSpc>
              <a:spcBef>
                <a:spcPts val="1200"/>
              </a:spcBef>
              <a:spcAft>
                <a:spcPts val="0"/>
              </a:spcAft>
              <a:buClr>
                <a:srgbClr val="3598DB"/>
              </a:buClr>
              <a:buSzPts val="1500"/>
              <a:buFont typeface="Arial"/>
              <a:buChar char="​"/>
            </a:pPr>
            <a:r>
              <a:rPr lang="en-US" i="0" dirty="0">
                <a:solidFill>
                  <a:srgbClr val="3598DB"/>
                </a:solidFill>
                <a:latin typeface="Raleway"/>
                <a:ea typeface="Raleway"/>
                <a:cs typeface="Raleway"/>
                <a:sym typeface="Raleway"/>
              </a:rPr>
              <a:t>               </a:t>
            </a:r>
            <a:r>
              <a:rPr lang="en-US" sz="2000" i="0" dirty="0">
                <a:solidFill>
                  <a:srgbClr val="3598DB"/>
                </a:solidFill>
                <a:latin typeface="Raleway"/>
                <a:ea typeface="Raleway"/>
                <a:cs typeface="Raleway"/>
                <a:sym typeface="Raleway"/>
              </a:rPr>
              <a:t> Office Hours</a:t>
            </a:r>
            <a:endParaRPr sz="2000" i="0" dirty="0">
              <a:solidFill>
                <a:srgbClr val="3598DB"/>
              </a:solidFill>
              <a:latin typeface="Raleway"/>
              <a:ea typeface="Raleway"/>
              <a:cs typeface="Raleway"/>
              <a:sym typeface="Raleway"/>
            </a:endParaRPr>
          </a:p>
          <a:p>
            <a:pPr marL="0" lvl="0" indent="0" algn="l" rtl="0">
              <a:lnSpc>
                <a:spcPct val="107000"/>
              </a:lnSpc>
              <a:spcBef>
                <a:spcPts val="1100"/>
              </a:spcBef>
              <a:spcAft>
                <a:spcPts val="0"/>
              </a:spcAft>
              <a:buClr>
                <a:srgbClr val="2D3B45"/>
              </a:buClr>
              <a:buSzPts val="1100"/>
              <a:buNone/>
            </a:pPr>
            <a:r>
              <a:rPr lang="en-US" sz="1400" i="0" dirty="0">
                <a:solidFill>
                  <a:srgbClr val="2D3B45"/>
                </a:solidFill>
                <a:latin typeface="Arial"/>
                <a:ea typeface="Arial"/>
                <a:cs typeface="Arial"/>
                <a:sym typeface="Arial"/>
              </a:rPr>
              <a:t>In-person office hours are from [time] to [time] on [day]. My office is in [location]. Office hours are for asking questions. You can also try just emailing. How much guidance I provide is at my discretion. </a:t>
            </a:r>
            <a:endParaRPr sz="1400" dirty="0">
              <a:latin typeface="Arial"/>
              <a:cs typeface="Arial"/>
            </a:endParaRPr>
          </a:p>
          <a:p>
            <a:pPr marL="0" lvl="0" indent="0" algn="l" rtl="0">
              <a:lnSpc>
                <a:spcPct val="107000"/>
              </a:lnSpc>
              <a:spcBef>
                <a:spcPts val="1100"/>
              </a:spcBef>
              <a:spcAft>
                <a:spcPts val="0"/>
              </a:spcAft>
              <a:buClr>
                <a:srgbClr val="2D3B45"/>
              </a:buClr>
              <a:buSzPts val="1100"/>
              <a:buNone/>
            </a:pPr>
            <a:r>
              <a:rPr lang="en-US" sz="1400" i="0" dirty="0">
                <a:solidFill>
                  <a:srgbClr val="2D3B45"/>
                </a:solidFill>
                <a:latin typeface="Arial"/>
                <a:ea typeface="Arial"/>
                <a:cs typeface="Arial"/>
                <a:sym typeface="Arial"/>
              </a:rPr>
              <a:t>Professors have different procedures for office hours. I don't require appointments or advance notice, but you always have the option to email ahead of time to tell me what you like to discuss. I handle office hours on a first-come, first-served basis. </a:t>
            </a:r>
            <a:endParaRPr sz="1400" dirty="0">
              <a:latin typeface="Arial"/>
              <a:ea typeface="Arial"/>
              <a:cs typeface="Arial"/>
            </a:endParaRPr>
          </a:p>
          <a:p>
            <a:pPr marL="0" lvl="0" indent="-95250" algn="l" rtl="0">
              <a:lnSpc>
                <a:spcPct val="120000"/>
              </a:lnSpc>
              <a:spcBef>
                <a:spcPts val="1800"/>
              </a:spcBef>
              <a:spcAft>
                <a:spcPts val="0"/>
              </a:spcAft>
              <a:buClr>
                <a:schemeClr val="accent1"/>
              </a:buClr>
              <a:buSzPts val="1500"/>
              <a:buFont typeface="Arial"/>
              <a:buChar char="​"/>
            </a:pPr>
            <a:br>
              <a:rPr lang="en-US" dirty="0"/>
            </a:br>
            <a:endParaRPr dirty="0"/>
          </a:p>
          <a:p>
            <a:pPr marL="0" lvl="0" indent="0" algn="l" rtl="0">
              <a:lnSpc>
                <a:spcPct val="120000"/>
              </a:lnSpc>
              <a:spcBef>
                <a:spcPts val="1100"/>
              </a:spcBef>
              <a:spcAft>
                <a:spcPts val="0"/>
              </a:spcAft>
              <a:buClr>
                <a:schemeClr val="accent1"/>
              </a:buClr>
              <a:buSzPts val="1500"/>
              <a:buFont typeface="Arial"/>
              <a:buNone/>
            </a:pPr>
            <a:endParaRPr i="0" dirty="0">
              <a:solidFill>
                <a:srgbClr val="3598DB"/>
              </a:solidFill>
              <a:latin typeface="Raleway"/>
              <a:ea typeface="Raleway"/>
              <a:cs typeface="Raleway"/>
              <a:sym typeface="Raleway"/>
            </a:endParaRPr>
          </a:p>
          <a:p>
            <a:pPr marL="0" lvl="0" indent="0" algn="l" rtl="0">
              <a:lnSpc>
                <a:spcPct val="120000"/>
              </a:lnSpc>
              <a:spcBef>
                <a:spcPts val="1100"/>
              </a:spcBef>
              <a:spcAft>
                <a:spcPts val="0"/>
              </a:spcAft>
              <a:buClr>
                <a:schemeClr val="accent1"/>
              </a:buClr>
              <a:buSzPts val="1100"/>
              <a:buNone/>
            </a:pPr>
            <a:endParaRPr sz="1100" i="0" dirty="0">
              <a:solidFill>
                <a:srgbClr val="2D3B45"/>
              </a:solidFill>
              <a:latin typeface="Open Sans"/>
              <a:ea typeface="Open Sans"/>
              <a:cs typeface="Open Sans"/>
              <a:sym typeface="Open Sans"/>
            </a:endParaRPr>
          </a:p>
          <a:p>
            <a:pPr marL="171450" lvl="0" indent="-101600" algn="l" rtl="0">
              <a:lnSpc>
                <a:spcPct val="100000"/>
              </a:lnSpc>
              <a:spcBef>
                <a:spcPts val="500"/>
              </a:spcBef>
              <a:spcAft>
                <a:spcPts val="0"/>
              </a:spcAft>
              <a:buClr>
                <a:schemeClr val="accent1"/>
              </a:buClr>
              <a:buSzPts val="1100"/>
              <a:buFont typeface="Arial"/>
              <a:buNone/>
            </a:pPr>
            <a:endParaRPr sz="1100" i="0" dirty="0">
              <a:solidFill>
                <a:srgbClr val="2D3B45"/>
              </a:solidFill>
              <a:latin typeface="Open Sans"/>
              <a:ea typeface="Open Sans"/>
              <a:cs typeface="Open Sans"/>
              <a:sym typeface="Open Sans"/>
            </a:endParaRPr>
          </a:p>
          <a:p>
            <a:pPr marL="0" lvl="0" indent="0" algn="l" rtl="0">
              <a:lnSpc>
                <a:spcPct val="120000"/>
              </a:lnSpc>
              <a:spcBef>
                <a:spcPts val="600"/>
              </a:spcBef>
              <a:spcAft>
                <a:spcPts val="0"/>
              </a:spcAft>
              <a:buClr>
                <a:schemeClr val="accent1"/>
              </a:buClr>
              <a:buSzPts val="1000"/>
              <a:buFont typeface="Arial"/>
              <a:buNone/>
            </a:pPr>
            <a:endParaRPr sz="1000" dirty="0">
              <a:solidFill>
                <a:srgbClr val="E34A06"/>
              </a:solidFill>
              <a:latin typeface="Open Sans"/>
              <a:ea typeface="Open Sans"/>
              <a:cs typeface="Open Sans"/>
              <a:sym typeface="Open Sans"/>
            </a:endParaRPr>
          </a:p>
          <a:p>
            <a:pPr marL="0" lvl="0" indent="0" algn="l" rtl="0">
              <a:lnSpc>
                <a:spcPct val="120000"/>
              </a:lnSpc>
              <a:spcBef>
                <a:spcPts val="600"/>
              </a:spcBef>
              <a:spcAft>
                <a:spcPts val="0"/>
              </a:spcAft>
              <a:buClr>
                <a:schemeClr val="accent1"/>
              </a:buClr>
              <a:buSzPts val="1500"/>
              <a:buFont typeface="Arial"/>
              <a:buNone/>
            </a:pPr>
            <a:endParaRPr dirty="0">
              <a:solidFill>
                <a:srgbClr val="3598DB"/>
              </a:solidFill>
              <a:latin typeface="Corbel"/>
              <a:ea typeface="Corbel"/>
              <a:cs typeface="Corbel"/>
              <a:sym typeface="Corbel"/>
            </a:endParaRPr>
          </a:p>
          <a:p>
            <a:pPr marL="0" lvl="0" indent="0" algn="l" rtl="0">
              <a:lnSpc>
                <a:spcPct val="120000"/>
              </a:lnSpc>
              <a:spcBef>
                <a:spcPts val="1800"/>
              </a:spcBef>
              <a:spcAft>
                <a:spcPts val="0"/>
              </a:spcAft>
              <a:buClr>
                <a:schemeClr val="accent1"/>
              </a:buClr>
              <a:buSzPts val="1000"/>
              <a:buNone/>
            </a:pPr>
            <a:endParaRPr sz="1000" dirty="0">
              <a:solidFill>
                <a:srgbClr val="C00000"/>
              </a:solidFill>
              <a:latin typeface="Open Sans"/>
              <a:ea typeface="Open Sans"/>
              <a:cs typeface="Open Sans"/>
              <a:sym typeface="Open Sans"/>
            </a:endParaRPr>
          </a:p>
        </p:txBody>
      </p:sp>
      <p:sp>
        <p:nvSpPr>
          <p:cNvPr id="252" name="Google Shape;252;p32"/>
          <p:cNvSpPr txBox="1"/>
          <p:nvPr/>
        </p:nvSpPr>
        <p:spPr>
          <a:xfrm>
            <a:off x="473529" y="6309179"/>
            <a:ext cx="7566520" cy="54882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chemeClr val="lt2"/>
              </a:buClr>
              <a:buSzPts val="800"/>
              <a:buFont typeface="Arial"/>
              <a:buChar char="​"/>
            </a:pPr>
            <a:r>
              <a:rPr lang="en-US" sz="800" b="0" i="0" u="none" strike="noStrike" cap="none">
                <a:solidFill>
                  <a:schemeClr val="lt2"/>
                </a:solidFill>
                <a:latin typeface="Open Sans"/>
                <a:ea typeface="Open Sans"/>
                <a:cs typeface="Open Sans"/>
                <a:sym typeface="Open Sans"/>
              </a:rPr>
              <a:t>AI and Legal Research | [Term] | Professor [name] | Syllabus</a:t>
            </a:r>
            <a:endParaRPr sz="1400" b="0" i="0" u="none" strike="noStrike" cap="none">
              <a:solidFill>
                <a:srgbClr val="000000"/>
              </a:solidFill>
              <a:latin typeface="Arial"/>
              <a:ea typeface="Arial"/>
              <a:cs typeface="Arial"/>
              <a:sym typeface="Arial"/>
            </a:endParaRPr>
          </a:p>
        </p:txBody>
      </p:sp>
      <p:pic>
        <p:nvPicPr>
          <p:cNvPr id="253" name="Google Shape;253;p32">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3827385" y="503807"/>
            <a:ext cx="640303" cy="640303"/>
          </a:xfrm>
          <a:prstGeom prst="rect">
            <a:avLst/>
          </a:prstGeom>
          <a:noFill/>
          <a:ln>
            <a:noFill/>
          </a:ln>
        </p:spPr>
      </p:pic>
      <p:pic>
        <p:nvPicPr>
          <p:cNvPr id="254" name="Google Shape;254;p32">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3887344" y="1714500"/>
            <a:ext cx="520000" cy="520000"/>
          </a:xfrm>
          <a:prstGeom prst="rect">
            <a:avLst/>
          </a:prstGeom>
          <a:noFill/>
          <a:ln>
            <a:noFill/>
          </a:ln>
        </p:spPr>
      </p:pic>
      <p:graphicFrame>
        <p:nvGraphicFramePr>
          <p:cNvPr id="255" name="Google Shape;255;p32"/>
          <p:cNvGraphicFramePr/>
          <p:nvPr>
            <p:extLst>
              <p:ext uri="{D42A27DB-BD31-4B8C-83A1-F6EECF244321}">
                <p14:modId xmlns:p14="http://schemas.microsoft.com/office/powerpoint/2010/main" val="1344602241"/>
              </p:ext>
            </p:extLst>
          </p:nvPr>
        </p:nvGraphicFramePr>
        <p:xfrm>
          <a:off x="472492" y="5227560"/>
          <a:ext cx="2729320" cy="786100"/>
        </p:xfrm>
        <a:graphic>
          <a:graphicData uri="http://schemas.openxmlformats.org/drawingml/2006/table">
            <a:tbl>
              <a:tblPr>
                <a:noFill/>
                <a:tableStyleId>{DFA4FF05-DD58-4660-B5B2-B12A25B2D5AA}</a:tableStyleId>
              </a:tblPr>
              <a:tblGrid>
                <a:gridCol w="2729320">
                  <a:extLst>
                    <a:ext uri="{9D8B030D-6E8A-4147-A177-3AD203B41FA5}">
                      <a16:colId xmlns:a16="http://schemas.microsoft.com/office/drawing/2014/main" val="20000"/>
                    </a:ext>
                  </a:extLst>
                </a:gridCol>
              </a:tblGrid>
              <a:tr h="786100">
                <a:tc>
                  <a:txBody>
                    <a:bodyPr/>
                    <a:lstStyle/>
                    <a:p>
                      <a:pPr marL="0" marR="0" lvl="0" indent="0" algn="l" rtl="0">
                        <a:lnSpc>
                          <a:spcPct val="100000"/>
                        </a:lnSpc>
                        <a:spcBef>
                          <a:spcPts val="0"/>
                        </a:spcBef>
                        <a:spcAft>
                          <a:spcPts val="0"/>
                        </a:spcAft>
                        <a:buClr>
                          <a:srgbClr val="000000"/>
                        </a:buClr>
                        <a:buSzPts val="1300"/>
                        <a:buFont typeface="Arial"/>
                        <a:buNone/>
                      </a:pPr>
                      <a:r>
                        <a:rPr lang="en-US" sz="1300" i="0" u="none" strike="noStrike" cap="none" dirty="0">
                          <a:solidFill>
                            <a:schemeClr val="dk1"/>
                          </a:solidFill>
                          <a:latin typeface="Arial"/>
                          <a:ea typeface="Arial"/>
                          <a:cs typeface="Arial"/>
                        </a:rPr>
                        <a:t>My email is [your email address]. Email me anytime, or ask for a Zoom meeting.</a:t>
                      </a:r>
                      <a:endParaRPr sz="1400" u="none" strike="noStrike" cap="none" dirty="0">
                        <a:solidFill>
                          <a:schemeClr val="dk1"/>
                        </a:solidFill>
                        <a:latin typeface="Arial"/>
                        <a:ea typeface="Arial"/>
                        <a:cs typeface="Arial"/>
                        <a:sym typeface="Arial"/>
                      </a:endParaRPr>
                    </a:p>
                  </a:txBody>
                  <a:tcPr marL="91450" marR="91450" marT="68575" marB="68575" anchor="ctr">
                    <a:lnL w="12700" cap="flat" cmpd="sng">
                      <a:solidFill>
                        <a:srgbClr val="1E407C"/>
                      </a:solidFill>
                      <a:prstDash val="solid"/>
                      <a:round/>
                      <a:headEnd type="none" w="sm" len="sm"/>
                      <a:tailEnd type="none" w="sm" len="sm"/>
                    </a:lnL>
                    <a:lnR w="12700" cap="flat" cmpd="sng">
                      <a:solidFill>
                        <a:srgbClr val="1E407C"/>
                      </a:solidFill>
                      <a:prstDash val="solid"/>
                      <a:round/>
                      <a:headEnd type="none" w="sm" len="sm"/>
                      <a:tailEnd type="none" w="sm" len="sm"/>
                    </a:lnR>
                    <a:lnT w="12700" cap="flat" cmpd="sng" algn="ctr">
                      <a:solidFill>
                        <a:srgbClr val="1E407C"/>
                      </a:solidFill>
                      <a:prstDash val="solid"/>
                      <a:round/>
                      <a:headEnd type="none" w="sm" len="sm"/>
                      <a:tailEnd type="none" w="sm" len="sm"/>
                    </a:lnT>
                    <a:lnB w="12700" cap="flat" cmpd="sng">
                      <a:solidFill>
                        <a:srgbClr val="1E407C"/>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Modern Swiss">
  <a:themeElements>
    <a:clrScheme name="Modern Swiss">
      <a:dk1>
        <a:srgbClr val="000000"/>
      </a:dk1>
      <a:lt1>
        <a:srgbClr val="FFFFFF"/>
      </a:lt1>
      <a:dk2>
        <a:srgbClr val="3C3D3E"/>
      </a:dk2>
      <a:lt2>
        <a:srgbClr val="999683"/>
      </a:lt2>
      <a:accent1>
        <a:srgbClr val="E34A06"/>
      </a:accent1>
      <a:accent2>
        <a:srgbClr val="31CCE8"/>
      </a:accent2>
      <a:accent3>
        <a:srgbClr val="C1C139"/>
      </a:accent3>
      <a:accent4>
        <a:srgbClr val="118E97"/>
      </a:accent4>
      <a:accent5>
        <a:srgbClr val="F9BD03"/>
      </a:accent5>
      <a:accent6>
        <a:srgbClr val="407026"/>
      </a:accent6>
      <a:hlink>
        <a:srgbClr val="3C3D3E"/>
      </a:hlink>
      <a:folHlink>
        <a:srgbClr val="99968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Modern Swiss">
      <a:dk1>
        <a:srgbClr val="000000"/>
      </a:dk1>
      <a:lt1>
        <a:srgbClr val="FFFFFF"/>
      </a:lt1>
      <a:dk2>
        <a:srgbClr val="3C3D3E"/>
      </a:dk2>
      <a:lt2>
        <a:srgbClr val="999683"/>
      </a:lt2>
      <a:accent1>
        <a:srgbClr val="E34A06"/>
      </a:accent1>
      <a:accent2>
        <a:srgbClr val="31CCE8"/>
      </a:accent2>
      <a:accent3>
        <a:srgbClr val="C1C139"/>
      </a:accent3>
      <a:accent4>
        <a:srgbClr val="118E97"/>
      </a:accent4>
      <a:accent5>
        <a:srgbClr val="F9BD03"/>
      </a:accent5>
      <a:accent6>
        <a:srgbClr val="407026"/>
      </a:accent6>
      <a:hlink>
        <a:srgbClr val="3C3D3E"/>
      </a:hlink>
      <a:folHlink>
        <a:srgbClr val="99968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3733</Words>
  <Application>Microsoft Macintosh PowerPoint</Application>
  <PresentationFormat>On-screen Show (4:3)</PresentationFormat>
  <Paragraphs>297</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Open Sans</vt:lpstr>
      <vt:lpstr>Raleway</vt:lpstr>
      <vt:lpstr>Lato</vt:lpstr>
      <vt:lpstr>Arial</vt:lpstr>
      <vt:lpstr>Noto Sans Symbols</vt:lpstr>
      <vt:lpstr>Segoe UI</vt:lpstr>
      <vt:lpstr>Corbel</vt:lpstr>
      <vt:lpstr>Modern Swiss</vt:lpstr>
      <vt:lpstr>AI AND LEGAL RESEARCH      </vt:lpstr>
      <vt:lpstr>Schedule </vt:lpstr>
      <vt:lpstr>Schedule (Subject to Change) </vt:lpstr>
      <vt:lpstr>Schedule Continued (Subject to Change) </vt:lpstr>
      <vt:lpstr>Course Details</vt:lpstr>
      <vt:lpstr>Course Description and Tools  </vt:lpstr>
      <vt:lpstr>Learning Objectives, Credits, and Workload </vt:lpstr>
      <vt:lpstr>AI Use Policy  </vt:lpstr>
      <vt:lpstr>Grades  </vt:lpstr>
      <vt:lpstr>Final Capstone Project  (45% of the course grade)  </vt:lpstr>
      <vt:lpstr>Weekly AI Updates (20% of the course grade) </vt:lpstr>
      <vt:lpstr>AI Deep Dive (20% of the course grade) </vt:lpstr>
      <vt:lpstr>In-Class Assignments (15% of the course grade)  </vt:lpstr>
      <vt:lpstr>Deadlines and Late Work</vt:lpstr>
      <vt:lpstr>Logistics</vt:lpstr>
      <vt:lpstr>Where We Meet and Recordings</vt:lpstr>
      <vt:lpstr>Attendance and  Extensions  </vt:lpstr>
      <vt:lpstr>Your Instructor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Tedjeske Crane, Julie</dc:creator>
  <cp:lastModifiedBy>Tedjeske Crane, Julie</cp:lastModifiedBy>
  <cp:revision>313</cp:revision>
  <dcterms:modified xsi:type="dcterms:W3CDTF">2026-10-11T00:47:34Z</dcterms:modified>
</cp:coreProperties>
</file>